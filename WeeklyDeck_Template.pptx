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7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8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6.xml" ContentType="application/vnd.openxmlformats-officedocument.themeOverr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7.xml" ContentType="application/vnd.openxmlformats-officedocument.themeOverride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8.xml" ContentType="application/vnd.openxmlformats-officedocument.themeOverride+xml"/>
  <Override PartName="/ppt/charts/chart9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</p:sldMasterIdLst>
  <p:notesMasterIdLst>
    <p:notesMasterId r:id="rId15"/>
  </p:notesMasterIdLst>
  <p:sldIdLst>
    <p:sldId id="303" r:id="rId5"/>
    <p:sldId id="3886" r:id="rId6"/>
    <p:sldId id="3889" r:id="rId7"/>
    <p:sldId id="3890" r:id="rId8"/>
    <p:sldId id="3888" r:id="rId9"/>
    <p:sldId id="3891" r:id="rId10"/>
    <p:sldId id="3893" r:id="rId11"/>
    <p:sldId id="3894" r:id="rId12"/>
    <p:sldId id="3887" r:id="rId13"/>
    <p:sldId id="389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C108949-F49F-D0F9-EFB8-8E7688ABE62E}" name="Kumar, Nitish" initials="KN" userId="S::nitishkumar44@deloitte.com::a8398cf0-a0f8-4fd6-ac2e-c367d0f58972" providerId="AD"/>
  <p188:author id="{46D126CD-EA8D-23E1-BF8F-4553E81F1A84}" name="Zalavadia, Parth" initials="ZP" userId="S::pjagdishzalavadia@deloitte.com::f6ed9717-0e3e-4b6f-b56b-4d9d3d94e88a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til, Rishikesh" initials="PR" lastIdx="1" clrIdx="0">
    <p:extLst>
      <p:ext uri="{19B8F6BF-5375-455C-9EA6-DF929625EA0E}">
        <p15:presenceInfo xmlns:p15="http://schemas.microsoft.com/office/powerpoint/2012/main" userId="S::rispatil@deloitte.com::91fb0937-f308-4d4e-a989-225965ece6b2" providerId="AD"/>
      </p:ext>
    </p:extLst>
  </p:cmAuthor>
  <p:cmAuthor id="2" name="Bishop, Grant" initials="BG" lastIdx="45" clrIdx="1">
    <p:extLst>
      <p:ext uri="{19B8F6BF-5375-455C-9EA6-DF929625EA0E}">
        <p15:presenceInfo xmlns:p15="http://schemas.microsoft.com/office/powerpoint/2012/main" userId="S::grbishop@deloitte.com::aa3ff02a-682a-4bc5-9b2d-c30961aa31e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26FC0"/>
    <a:srgbClr val="F5AE67"/>
    <a:srgbClr val="E87A30"/>
    <a:srgbClr val="671E75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27D622-E084-5F87-3F66-0D268ED19438}" v="157" dt="2025-09-19T10:51:57.316"/>
    <p1510:client id="{443CA4BF-4951-92CD-E126-355F5A6013F8}" v="13" dt="2025-09-19T16:38:18.842"/>
    <p1510:client id="{4D833E04-240E-5841-6FB6-A92A5CE6B634}" v="409" dt="2025-09-19T14:25:35.701"/>
    <p1510:client id="{501E042A-AD9B-36AA-85D1-7A9608572AB1}" v="237" dt="2025-09-19T16:53:22.145"/>
    <p1510:client id="{6770902D-5B8A-257B-8106-110C904C2916}" v="617" dt="2025-09-19T14:50:01.006"/>
    <p1510:client id="{9A3B3378-AFD1-C8C0-9DED-5B9B9C87F0DB}" v="10" dt="2025-09-19T14:08:01.779"/>
    <p1510:client id="{AD73713D-5569-7E70-27D4-E03B242A2BD6}" v="29" dt="2025-09-19T14:31:08.727"/>
    <p1510:client id="{C2C87B0B-F499-E678-BC24-012D161C1612}" v="138" dt="2025-09-19T11:50:24.760"/>
    <p1510:client id="{C5A27E75-AD45-498A-A9A6-800742BBA009}" v="9" dt="2025-09-19T14:12:35.917"/>
    <p1510:client id="{EDF3B5DC-0892-D6D8-950B-3931DF40C2B2}" v="116" dt="2025-09-19T12:28:02.677"/>
    <p1510:client id="{F8A60EF5-365B-5BD0-B269-680BA9533273}" v="101" dt="2025-09-19T14:04:24.1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mari, Bharti" userId="S::bharkumari@deloitte.com::dbcf7062-8abc-4798-a94e-65fc4c7fd4fe" providerId="AD" clId="Web-{58A96723-4B9B-8674-AB2A-08F16C0F5814}"/>
    <pc:docChg chg="modSld">
      <pc:chgData name="Kumari, Bharti" userId="S::bharkumari@deloitte.com::dbcf7062-8abc-4798-a94e-65fc4c7fd4fe" providerId="AD" clId="Web-{58A96723-4B9B-8674-AB2A-08F16C0F5814}" dt="2025-08-22T10:58:29.238" v="705"/>
      <pc:docMkLst>
        <pc:docMk/>
      </pc:docMkLst>
      <pc:sldChg chg="addSp delSp modSp">
        <pc:chgData name="Kumari, Bharti" userId="S::bharkumari@deloitte.com::dbcf7062-8abc-4798-a94e-65fc4c7fd4fe" providerId="AD" clId="Web-{58A96723-4B9B-8674-AB2A-08F16C0F5814}" dt="2025-08-22T10:58:29.238" v="705"/>
        <pc:sldMkLst>
          <pc:docMk/>
          <pc:sldMk cId="3294538823" sldId="3890"/>
        </pc:sldMkLst>
        <pc:graphicFrameChg chg="mod modGraphic">
          <ac:chgData name="Kumari, Bharti" userId="S::bharkumari@deloitte.com::dbcf7062-8abc-4798-a94e-65fc4c7fd4fe" providerId="AD" clId="Web-{58A96723-4B9B-8674-AB2A-08F16C0F5814}" dt="2025-08-22T10:58:29.238" v="705"/>
          <ac:graphicFrameMkLst>
            <pc:docMk/>
            <pc:sldMk cId="3294538823" sldId="3890"/>
            <ac:graphicFrameMk id="67" creationId="{83BFA58D-6180-4B4C-B228-A4B00ADD0108}"/>
          </ac:graphicFrameMkLst>
        </pc:graphicFrameChg>
      </pc:sldChg>
    </pc:docChg>
  </pc:docChgLst>
  <pc:docChgLst>
    <pc:chgData name="Kumar, M Pavan" userId="S::mpavkumar@deloitte.com::c57e25e4-4624-4003-81ff-e96fcf3c5b4e" providerId="AD" clId="Web-{443CA4BF-4951-92CD-E126-355F5A6013F8}"/>
    <pc:docChg chg="modSld">
      <pc:chgData name="Kumar, M Pavan" userId="S::mpavkumar@deloitte.com::c57e25e4-4624-4003-81ff-e96fcf3c5b4e" providerId="AD" clId="Web-{443CA4BF-4951-92CD-E126-355F5A6013F8}" dt="2025-09-19T16:38:17.217" v="10"/>
      <pc:docMkLst>
        <pc:docMk/>
      </pc:docMkLst>
      <pc:sldChg chg="modSp">
        <pc:chgData name="Kumar, M Pavan" userId="S::mpavkumar@deloitte.com::c57e25e4-4624-4003-81ff-e96fcf3c5b4e" providerId="AD" clId="Web-{443CA4BF-4951-92CD-E126-355F5A6013F8}" dt="2025-09-19T16:38:17.217" v="10"/>
        <pc:sldMkLst>
          <pc:docMk/>
          <pc:sldMk cId="954418879" sldId="3889"/>
        </pc:sldMkLst>
        <pc:graphicFrameChg chg="mod modGraphic">
          <ac:chgData name="Kumar, M Pavan" userId="S::mpavkumar@deloitte.com::c57e25e4-4624-4003-81ff-e96fcf3c5b4e" providerId="AD" clId="Web-{443CA4BF-4951-92CD-E126-355F5A6013F8}" dt="2025-09-19T16:38:17.217" v="10"/>
          <ac:graphicFrameMkLst>
            <pc:docMk/>
            <pc:sldMk cId="954418879" sldId="3889"/>
            <ac:graphicFrameMk id="67" creationId="{83BFA58D-6180-4B4C-B228-A4B00ADD0108}"/>
          </ac:graphicFrameMkLst>
        </pc:graphicFrameChg>
      </pc:sldChg>
    </pc:docChg>
  </pc:docChgLst>
  <pc:docChgLst>
    <pc:chgData name="Priyanka Pravallika, Adari" userId="S::apriyankapravalli@deloitte.com::3e98232f-5852-4827-a166-c8c4c369b4ab" providerId="AD" clId="Web-{99815975-8A36-DDE2-7533-F38D4E7BCE86}"/>
    <pc:docChg chg="modSld">
      <pc:chgData name="Priyanka Pravallika, Adari" userId="S::apriyankapravalli@deloitte.com::3e98232f-5852-4827-a166-c8c4c369b4ab" providerId="AD" clId="Web-{99815975-8A36-DDE2-7533-F38D4E7BCE86}" dt="2025-09-12T15:16:22.431" v="97"/>
      <pc:docMkLst>
        <pc:docMk/>
      </pc:docMkLst>
      <pc:sldChg chg="modSp">
        <pc:chgData name="Priyanka Pravallika, Adari" userId="S::apriyankapravalli@deloitte.com::3e98232f-5852-4827-a166-c8c4c369b4ab" providerId="AD" clId="Web-{99815975-8A36-DDE2-7533-F38D4E7BCE86}" dt="2025-09-12T15:16:22.431" v="97"/>
        <pc:sldMkLst>
          <pc:docMk/>
          <pc:sldMk cId="196803840" sldId="3888"/>
        </pc:sldMkLst>
        <pc:graphicFrameChg chg="mod modGraphic">
          <ac:chgData name="Priyanka Pravallika, Adari" userId="S::apriyankapravalli@deloitte.com::3e98232f-5852-4827-a166-c8c4c369b4ab" providerId="AD" clId="Web-{99815975-8A36-DDE2-7533-F38D4E7BCE86}" dt="2025-09-12T15:13:17.553" v="9"/>
          <ac:graphicFrameMkLst>
            <pc:docMk/>
            <pc:sldMk cId="196803840" sldId="3888"/>
            <ac:graphicFrameMk id="3" creationId="{48106A3D-C011-2028-4E94-1FC5DD665B85}"/>
          </ac:graphicFrameMkLst>
        </pc:graphicFrameChg>
        <pc:graphicFrameChg chg="mod modGraphic">
          <ac:chgData name="Priyanka Pravallika, Adari" userId="S::apriyankapravalli@deloitte.com::3e98232f-5852-4827-a166-c8c4c369b4ab" providerId="AD" clId="Web-{99815975-8A36-DDE2-7533-F38D4E7BCE86}" dt="2025-09-12T15:16:22.431" v="97"/>
          <ac:graphicFrameMkLst>
            <pc:docMk/>
            <pc:sldMk cId="196803840" sldId="3888"/>
            <ac:graphicFrameMk id="4" creationId="{CCD0D33A-8DEE-3B9D-AAFA-5A4F1BB92703}"/>
          </ac:graphicFrameMkLst>
        </pc:graphicFrameChg>
        <pc:graphicFrameChg chg="mod modGraphic">
          <ac:chgData name="Priyanka Pravallika, Adari" userId="S::apriyankapravalli@deloitte.com::3e98232f-5852-4827-a166-c8c4c369b4ab" providerId="AD" clId="Web-{99815975-8A36-DDE2-7533-F38D4E7BCE86}" dt="2025-09-12T15:15:17.055" v="85"/>
          <ac:graphicFrameMkLst>
            <pc:docMk/>
            <pc:sldMk cId="196803840" sldId="3888"/>
            <ac:graphicFrameMk id="67" creationId="{83BFA58D-6180-4B4C-B228-A4B00ADD0108}"/>
          </ac:graphicFrameMkLst>
        </pc:graphicFrameChg>
      </pc:sldChg>
    </pc:docChg>
  </pc:docChgLst>
  <pc:docChgLst>
    <pc:chgData name="Kaur, Lavleen" userId="S::lakaur@deloitte.com::b04da0c8-555c-4d7e-b503-81557370cd27" providerId="AD" clId="Web-{85F25620-96BE-CB66-3FB0-04EA8201EA70}"/>
    <pc:docChg chg="modSld">
      <pc:chgData name="Kaur, Lavleen" userId="S::lakaur@deloitte.com::b04da0c8-555c-4d7e-b503-81557370cd27" providerId="AD" clId="Web-{85F25620-96BE-CB66-3FB0-04EA8201EA70}" dt="2025-09-05T17:31:03.198" v="359"/>
      <pc:docMkLst>
        <pc:docMk/>
      </pc:docMkLst>
    </pc:docChg>
  </pc:docChgLst>
  <pc:docChgLst>
    <pc:chgData name="Malpani, Harshit" userId="S::hamalpani@deloitte.com::2887dbfd-fa65-409d-a870-0e8a99c5122e" providerId="AD" clId="Web-{4D833E04-240E-5841-6FB6-A92A5CE6B634}"/>
    <pc:docChg chg="modSld">
      <pc:chgData name="Malpani, Harshit" userId="S::hamalpani@deloitte.com::2887dbfd-fa65-409d-a870-0e8a99c5122e" providerId="AD" clId="Web-{4D833E04-240E-5841-6FB6-A92A5CE6B634}" dt="2025-09-19T14:25:33.935" v="393"/>
      <pc:docMkLst>
        <pc:docMk/>
      </pc:docMkLst>
      <pc:sldChg chg="modSp">
        <pc:chgData name="Malpani, Harshit" userId="S::hamalpani@deloitte.com::2887dbfd-fa65-409d-a870-0e8a99c5122e" providerId="AD" clId="Web-{4D833E04-240E-5841-6FB6-A92A5CE6B634}" dt="2025-09-19T14:25:33.935" v="393"/>
        <pc:sldMkLst>
          <pc:docMk/>
          <pc:sldMk cId="954418879" sldId="3889"/>
        </pc:sldMkLst>
        <pc:graphicFrameChg chg="mod modGraphic">
          <ac:chgData name="Malpani, Harshit" userId="S::hamalpani@deloitte.com::2887dbfd-fa65-409d-a870-0e8a99c5122e" providerId="AD" clId="Web-{4D833E04-240E-5841-6FB6-A92A5CE6B634}" dt="2025-09-19T14:25:33.935" v="393"/>
          <ac:graphicFrameMkLst>
            <pc:docMk/>
            <pc:sldMk cId="954418879" sldId="3889"/>
            <ac:graphicFrameMk id="67" creationId="{83BFA58D-6180-4B4C-B228-A4B00ADD0108}"/>
          </ac:graphicFrameMkLst>
        </pc:graphicFrameChg>
      </pc:sldChg>
    </pc:docChg>
  </pc:docChgLst>
  <pc:docChgLst>
    <pc:chgData clId="Web-{D8AB90DF-2E9E-D1A5-FA5A-8A29A1E2EF61}"/>
    <pc:docChg chg="modSld">
      <pc:chgData name="" userId="" providerId="" clId="Web-{D8AB90DF-2E9E-D1A5-FA5A-8A29A1E2EF61}" dt="2025-08-29T14:33:03.095" v="11"/>
      <pc:docMkLst>
        <pc:docMk/>
      </pc:docMkLst>
      <pc:sldChg chg="modSp">
        <pc:chgData name="" userId="" providerId="" clId="Web-{D8AB90DF-2E9E-D1A5-FA5A-8A29A1E2EF61}" dt="2025-08-29T14:33:03.095" v="11"/>
        <pc:sldMkLst>
          <pc:docMk/>
          <pc:sldMk cId="1767971940" sldId="3886"/>
        </pc:sldMkLst>
        <pc:graphicFrameChg chg="mod modGraphic">
          <ac:chgData name="" userId="" providerId="" clId="Web-{D8AB90DF-2E9E-D1A5-FA5A-8A29A1E2EF61}" dt="2025-08-29T14:33:03.095" v="11"/>
          <ac:graphicFrameMkLst>
            <pc:docMk/>
            <pc:sldMk cId="1767971940" sldId="3886"/>
            <ac:graphicFrameMk id="67" creationId="{83BFA58D-6180-4B4C-B228-A4B00ADD0108}"/>
          </ac:graphicFrameMkLst>
        </pc:graphicFrameChg>
      </pc:sldChg>
    </pc:docChg>
  </pc:docChgLst>
  <pc:docChgLst>
    <pc:chgData name="Paul, J" userId="S::jpaul4@deloitte.com::fa19b70c-0ec3-4816-bf57-7b8eea7e8539" providerId="AD" clId="Web-{55F418B1-2F7A-B321-051B-6FD29A5EEF1C}"/>
    <pc:docChg chg="modSld">
      <pc:chgData name="Paul, J" userId="S::jpaul4@deloitte.com::fa19b70c-0ec3-4816-bf57-7b8eea7e8539" providerId="AD" clId="Web-{55F418B1-2F7A-B321-051B-6FD29A5EEF1C}" dt="2025-09-12T10:09:26.046" v="79"/>
      <pc:docMkLst>
        <pc:docMk/>
      </pc:docMkLst>
    </pc:docChg>
  </pc:docChgLst>
  <pc:docChgLst>
    <pc:chgData name="Kumari, Bharti" userId="S::bharkumari@deloitte.com::dbcf7062-8abc-4798-a94e-65fc4c7fd4fe" providerId="AD" clId="Web-{B38ED6AF-890E-5953-28C0-DD6216E970F3}"/>
    <pc:docChg chg="modSld">
      <pc:chgData name="Kumari, Bharti" userId="S::bharkumari@deloitte.com::dbcf7062-8abc-4798-a94e-65fc4c7fd4fe" providerId="AD" clId="Web-{B38ED6AF-890E-5953-28C0-DD6216E970F3}" dt="2025-09-05T10:10:13.390" v="439"/>
      <pc:docMkLst>
        <pc:docMk/>
      </pc:docMkLst>
      <pc:sldChg chg="modSp">
        <pc:chgData name="Kumari, Bharti" userId="S::bharkumari@deloitte.com::dbcf7062-8abc-4798-a94e-65fc4c7fd4fe" providerId="AD" clId="Web-{B38ED6AF-890E-5953-28C0-DD6216E970F3}" dt="2025-09-05T10:10:13.390" v="439"/>
        <pc:sldMkLst>
          <pc:docMk/>
          <pc:sldMk cId="3294538823" sldId="3890"/>
        </pc:sldMkLst>
        <pc:graphicFrameChg chg="mod modGraphic">
          <ac:chgData name="Kumari, Bharti" userId="S::bharkumari@deloitte.com::dbcf7062-8abc-4798-a94e-65fc4c7fd4fe" providerId="AD" clId="Web-{B38ED6AF-890E-5953-28C0-DD6216E970F3}" dt="2025-09-05T10:10:13.390" v="439"/>
          <ac:graphicFrameMkLst>
            <pc:docMk/>
            <pc:sldMk cId="3294538823" sldId="3890"/>
            <ac:graphicFrameMk id="67" creationId="{83BFA58D-6180-4B4C-B228-A4B00ADD0108}"/>
          </ac:graphicFrameMkLst>
        </pc:graphicFrameChg>
      </pc:sldChg>
    </pc:docChg>
  </pc:docChgLst>
  <pc:docChgLst>
    <pc:chgData name="Billhartz, Blake" userId="S::bbillhartz@deloitte.com::50c5c7d3-36b2-4545-ac1f-6059d0268d1a" providerId="AD" clId="Web-{8C74AAFC-7D9D-9713-4991-96DBF84389E8}"/>
    <pc:docChg chg="modSld">
      <pc:chgData name="Billhartz, Blake" userId="S::bbillhartz@deloitte.com::50c5c7d3-36b2-4545-ac1f-6059d0268d1a" providerId="AD" clId="Web-{8C74AAFC-7D9D-9713-4991-96DBF84389E8}" dt="2025-08-22T17:26:10.278" v="0"/>
      <pc:docMkLst>
        <pc:docMk/>
      </pc:docMkLst>
      <pc:sldChg chg="delSp">
        <pc:chgData name="Billhartz, Blake" userId="S::bbillhartz@deloitte.com::50c5c7d3-36b2-4545-ac1f-6059d0268d1a" providerId="AD" clId="Web-{8C74AAFC-7D9D-9713-4991-96DBF84389E8}" dt="2025-08-22T17:26:10.278" v="0"/>
        <pc:sldMkLst>
          <pc:docMk/>
          <pc:sldMk cId="3552024807" sldId="3876"/>
        </pc:sldMkLst>
      </pc:sldChg>
    </pc:docChg>
  </pc:docChgLst>
  <pc:docChgLst>
    <pc:chgData name="Gupta, Tanu" userId="4974e56d-c64b-4d79-9c56-1c72db121f1c" providerId="ADAL" clId="{4EC4EAB1-F7A3-4389-A8EA-365C380B35D5}"/>
    <pc:docChg chg="undo custSel modSld">
      <pc:chgData name="Gupta, Tanu" userId="4974e56d-c64b-4d79-9c56-1c72db121f1c" providerId="ADAL" clId="{4EC4EAB1-F7A3-4389-A8EA-365C380B35D5}" dt="2025-09-05T12:38:36.175" v="597" actId="14100"/>
      <pc:docMkLst>
        <pc:docMk/>
      </pc:docMkLst>
      <pc:sldChg chg="modSp mod">
        <pc:chgData name="Gupta, Tanu" userId="4974e56d-c64b-4d79-9c56-1c72db121f1c" providerId="ADAL" clId="{4EC4EAB1-F7A3-4389-A8EA-365C380B35D5}" dt="2025-09-05T12:38:36.175" v="597" actId="14100"/>
        <pc:sldMkLst>
          <pc:docMk/>
          <pc:sldMk cId="4212219609" sldId="3891"/>
        </pc:sldMkLst>
        <pc:graphicFrameChg chg="modGraphic">
          <ac:chgData name="Gupta, Tanu" userId="4974e56d-c64b-4d79-9c56-1c72db121f1c" providerId="ADAL" clId="{4EC4EAB1-F7A3-4389-A8EA-365C380B35D5}" dt="2025-09-05T12:38:36.175" v="597" actId="14100"/>
          <ac:graphicFrameMkLst>
            <pc:docMk/>
            <pc:sldMk cId="4212219609" sldId="3891"/>
            <ac:graphicFrameMk id="67" creationId="{83BFA58D-6180-4B4C-B228-A4B00ADD0108}"/>
          </ac:graphicFrameMkLst>
        </pc:graphicFrameChg>
      </pc:sldChg>
    </pc:docChg>
  </pc:docChgLst>
  <pc:docChgLst>
    <pc:chgData name="Gupta, Tanu" userId="S::tgupta10@deloitte.com::4974e56d-c64b-4d79-9c56-1c72db121f1c" providerId="AD" clId="Web-{F9DCC12A-8422-533A-627F-CA64C0FF18DB}"/>
    <pc:docChg chg="modSld">
      <pc:chgData name="Gupta, Tanu" userId="S::tgupta10@deloitte.com::4974e56d-c64b-4d79-9c56-1c72db121f1c" providerId="AD" clId="Web-{F9DCC12A-8422-533A-627F-CA64C0FF18DB}" dt="2025-08-22T13:58:02.182" v="77"/>
      <pc:docMkLst>
        <pc:docMk/>
      </pc:docMkLst>
    </pc:docChg>
  </pc:docChgLst>
  <pc:docChgLst>
    <pc:chgData name="Rai, Friendsis" userId="S::frai@deloitte.com::2f09c4d3-edc4-4ad0-a87b-717825d45309" providerId="AD" clId="Web-{6770902D-5B8A-257B-8106-110C904C2916}"/>
    <pc:docChg chg="modSld">
      <pc:chgData name="Rai, Friendsis" userId="S::frai@deloitte.com::2f09c4d3-edc4-4ad0-a87b-717825d45309" providerId="AD" clId="Web-{6770902D-5B8A-257B-8106-110C904C2916}" dt="2025-09-19T14:49:54.818" v="585"/>
      <pc:docMkLst>
        <pc:docMk/>
      </pc:docMkLst>
      <pc:sldChg chg="modSp">
        <pc:chgData name="Rai, Friendsis" userId="S::frai@deloitte.com::2f09c4d3-edc4-4ad0-a87b-717825d45309" providerId="AD" clId="Web-{6770902D-5B8A-257B-8106-110C904C2916}" dt="2025-09-19T14:49:54.818" v="585"/>
        <pc:sldMkLst>
          <pc:docMk/>
          <pc:sldMk cId="954418879" sldId="3889"/>
        </pc:sldMkLst>
        <pc:graphicFrameChg chg="mod modGraphic">
          <ac:chgData name="Rai, Friendsis" userId="S::frai@deloitte.com::2f09c4d3-edc4-4ad0-a87b-717825d45309" providerId="AD" clId="Web-{6770902D-5B8A-257B-8106-110C904C2916}" dt="2025-09-19T14:49:54.818" v="585"/>
          <ac:graphicFrameMkLst>
            <pc:docMk/>
            <pc:sldMk cId="954418879" sldId="3889"/>
            <ac:graphicFrameMk id="67" creationId="{83BFA58D-6180-4B4C-B228-A4B00ADD0108}"/>
          </ac:graphicFrameMkLst>
        </pc:graphicFrameChg>
      </pc:sldChg>
    </pc:docChg>
  </pc:docChgLst>
  <pc:docChgLst>
    <pc:chgData name="Billhartz, Blake" userId="50c5c7d3-36b2-4545-ac1f-6059d0268d1a" providerId="ADAL" clId="{777CB9C7-FCE6-4750-8FCE-F2902597D4B4}"/>
    <pc:docChg chg="custSel modSld">
      <pc:chgData name="Billhartz, Blake" userId="50c5c7d3-36b2-4545-ac1f-6059d0268d1a" providerId="ADAL" clId="{777CB9C7-FCE6-4750-8FCE-F2902597D4B4}" dt="2025-08-22T17:56:40.786" v="608" actId="6549"/>
      <pc:docMkLst>
        <pc:docMk/>
      </pc:docMkLst>
      <pc:sldChg chg="modSp mod">
        <pc:chgData name="Billhartz, Blake" userId="50c5c7d3-36b2-4545-ac1f-6059d0268d1a" providerId="ADAL" clId="{777CB9C7-FCE6-4750-8FCE-F2902597D4B4}" dt="2025-08-22T17:56:40.786" v="608" actId="6549"/>
        <pc:sldMkLst>
          <pc:docMk/>
          <pc:sldMk cId="3552024807" sldId="3876"/>
        </pc:sldMkLst>
        <pc:graphicFrameChg chg="mod modGraphic">
          <ac:chgData name="Billhartz, Blake" userId="50c5c7d3-36b2-4545-ac1f-6059d0268d1a" providerId="ADAL" clId="{777CB9C7-FCE6-4750-8FCE-F2902597D4B4}" dt="2025-08-22T17:56:40.786" v="608" actId="6549"/>
          <ac:graphicFrameMkLst>
            <pc:docMk/>
            <pc:sldMk cId="3552024807" sldId="3876"/>
            <ac:graphicFrameMk id="67" creationId="{83BFA58D-6180-4B4C-B228-A4B00ADD0108}"/>
          </ac:graphicFrameMkLst>
        </pc:graphicFrameChg>
      </pc:sldChg>
    </pc:docChg>
  </pc:docChgLst>
  <pc:docChgLst>
    <pc:chgData name="Kaur, Lavleen" userId="S::lakaur@deloitte.com::b04da0c8-555c-4d7e-b503-81557370cd27" providerId="AD" clId="Web-{501E042A-AD9B-36AA-85D1-7A9608572AB1}"/>
    <pc:docChg chg="modSld">
      <pc:chgData name="Kaur, Lavleen" userId="S::lakaur@deloitte.com::b04da0c8-555c-4d7e-b503-81557370cd27" providerId="AD" clId="Web-{501E042A-AD9B-36AA-85D1-7A9608572AB1}" dt="2025-09-19T16:53:18.239" v="223"/>
      <pc:docMkLst>
        <pc:docMk/>
      </pc:docMkLst>
      <pc:sldChg chg="modSp">
        <pc:chgData name="Kaur, Lavleen" userId="S::lakaur@deloitte.com::b04da0c8-555c-4d7e-b503-81557370cd27" providerId="AD" clId="Web-{501E042A-AD9B-36AA-85D1-7A9608572AB1}" dt="2025-09-19T16:53:18.239" v="223"/>
        <pc:sldMkLst>
          <pc:docMk/>
          <pc:sldMk cId="1767971940" sldId="3886"/>
        </pc:sldMkLst>
        <pc:graphicFrameChg chg="mod modGraphic">
          <ac:chgData name="Kaur, Lavleen" userId="S::lakaur@deloitte.com::b04da0c8-555c-4d7e-b503-81557370cd27" providerId="AD" clId="Web-{501E042A-AD9B-36AA-85D1-7A9608572AB1}" dt="2025-09-19T16:53:18.239" v="223"/>
          <ac:graphicFrameMkLst>
            <pc:docMk/>
            <pc:sldMk cId="1767971940" sldId="3886"/>
            <ac:graphicFrameMk id="67" creationId="{83BFA58D-6180-4B4C-B228-A4B00ADD0108}"/>
          </ac:graphicFrameMkLst>
        </pc:graphicFrameChg>
      </pc:sldChg>
    </pc:docChg>
  </pc:docChgLst>
  <pc:docChgLst>
    <pc:chgData name="Gupta, Tanu" userId="4974e56d-c64b-4d79-9c56-1c72db121f1c" providerId="ADAL" clId="{7538FEE0-2703-4B33-8E62-9EA2EE4C15D5}"/>
    <pc:docChg chg="modSld">
      <pc:chgData name="Gupta, Tanu" userId="4974e56d-c64b-4d79-9c56-1c72db121f1c" providerId="ADAL" clId="{7538FEE0-2703-4B33-8E62-9EA2EE4C15D5}" dt="2025-08-22T13:44:54.984" v="306" actId="20577"/>
      <pc:docMkLst>
        <pc:docMk/>
      </pc:docMkLst>
    </pc:docChg>
  </pc:docChgLst>
  <pc:docChgLst>
    <pc:chgData name="Rawat, Pragati" userId="9b4df913-7eb4-456c-8eee-342fbb4de8cb" providerId="ADAL" clId="{8EE3C9D4-4BDC-4042-88B4-E381786F4766}"/>
    <pc:docChg chg="custSel modSld">
      <pc:chgData name="Rawat, Pragati" userId="9b4df913-7eb4-456c-8eee-342fbb4de8cb" providerId="ADAL" clId="{8EE3C9D4-4BDC-4042-88B4-E381786F4766}" dt="2025-09-05T13:54:07.822" v="40"/>
      <pc:docMkLst>
        <pc:docMk/>
      </pc:docMkLst>
      <pc:sldChg chg="addSp modSp mod">
        <pc:chgData name="Rawat, Pragati" userId="9b4df913-7eb4-456c-8eee-342fbb4de8cb" providerId="ADAL" clId="{8EE3C9D4-4BDC-4042-88B4-E381786F4766}" dt="2025-09-05T13:54:07.822" v="40"/>
        <pc:sldMkLst>
          <pc:docMk/>
          <pc:sldMk cId="2075981210" sldId="3893"/>
        </pc:sldMkLst>
        <pc:graphicFrameChg chg="mod modGraphic">
          <ac:chgData name="Rawat, Pragati" userId="9b4df913-7eb4-456c-8eee-342fbb4de8cb" providerId="ADAL" clId="{8EE3C9D4-4BDC-4042-88B4-E381786F4766}" dt="2025-09-05T12:44:16.392" v="38" actId="2711"/>
          <ac:graphicFrameMkLst>
            <pc:docMk/>
            <pc:sldMk cId="2075981210" sldId="3893"/>
            <ac:graphicFrameMk id="67" creationId="{83BFA58D-6180-4B4C-B228-A4B00ADD0108}"/>
          </ac:graphicFrameMkLst>
        </pc:graphicFrameChg>
      </pc:sldChg>
    </pc:docChg>
  </pc:docChgLst>
  <pc:docChgLst>
    <pc:chgData name="Priyanka Pravallika, Adari" userId="S::apriyankapravalli@deloitte.com::3e98232f-5852-4827-a166-c8c4c369b4ab" providerId="AD" clId="Web-{DE15AE7F-4FAB-DF34-3CD5-FF1E7B950BCF}"/>
    <pc:docChg chg="modSld">
      <pc:chgData name="Priyanka Pravallika, Adari" userId="S::apriyankapravalli@deloitte.com::3e98232f-5852-4827-a166-c8c4c369b4ab" providerId="AD" clId="Web-{DE15AE7F-4FAB-DF34-3CD5-FF1E7B950BCF}" dt="2025-08-22T16:23:21.156" v="573"/>
      <pc:docMkLst>
        <pc:docMk/>
      </pc:docMkLst>
      <pc:sldChg chg="modSp">
        <pc:chgData name="Priyanka Pravallika, Adari" userId="S::apriyankapravalli@deloitte.com::3e98232f-5852-4827-a166-c8c4c369b4ab" providerId="AD" clId="Web-{DE15AE7F-4FAB-DF34-3CD5-FF1E7B950BCF}" dt="2025-08-22T16:23:21.156" v="573"/>
        <pc:sldMkLst>
          <pc:docMk/>
          <pc:sldMk cId="196803840" sldId="3888"/>
        </pc:sldMkLst>
        <pc:graphicFrameChg chg="mod modGraphic">
          <ac:chgData name="Priyanka Pravallika, Adari" userId="S::apriyankapravalli@deloitte.com::3e98232f-5852-4827-a166-c8c4c369b4ab" providerId="AD" clId="Web-{DE15AE7F-4FAB-DF34-3CD5-FF1E7B950BCF}" dt="2025-08-22T16:22:51.843" v="561"/>
          <ac:graphicFrameMkLst>
            <pc:docMk/>
            <pc:sldMk cId="196803840" sldId="3888"/>
            <ac:graphicFrameMk id="3" creationId="{48106A3D-C011-2028-4E94-1FC5DD665B85}"/>
          </ac:graphicFrameMkLst>
        </pc:graphicFrameChg>
        <pc:graphicFrameChg chg="mod modGraphic">
          <ac:chgData name="Priyanka Pravallika, Adari" userId="S::apriyankapravalli@deloitte.com::3e98232f-5852-4827-a166-c8c4c369b4ab" providerId="AD" clId="Web-{DE15AE7F-4FAB-DF34-3CD5-FF1E7B950BCF}" dt="2025-08-22T16:23:21.156" v="573"/>
          <ac:graphicFrameMkLst>
            <pc:docMk/>
            <pc:sldMk cId="196803840" sldId="3888"/>
            <ac:graphicFrameMk id="4" creationId="{CCD0D33A-8DEE-3B9D-AAFA-5A4F1BB92703}"/>
          </ac:graphicFrameMkLst>
        </pc:graphicFrameChg>
        <pc:graphicFrameChg chg="mod modGraphic">
          <ac:chgData name="Priyanka Pravallika, Adari" userId="S::apriyankapravalli@deloitte.com::3e98232f-5852-4827-a166-c8c4c369b4ab" providerId="AD" clId="Web-{DE15AE7F-4FAB-DF34-3CD5-FF1E7B950BCF}" dt="2025-08-22T16:21:41.234" v="517"/>
          <ac:graphicFrameMkLst>
            <pc:docMk/>
            <pc:sldMk cId="196803840" sldId="3888"/>
            <ac:graphicFrameMk id="67" creationId="{83BFA58D-6180-4B4C-B228-A4B00ADD0108}"/>
          </ac:graphicFrameMkLst>
        </pc:graphicFrameChg>
      </pc:sldChg>
    </pc:docChg>
  </pc:docChgLst>
  <pc:docChgLst>
    <pc:chgData name="Rawat, Pragati" userId="9b4df913-7eb4-456c-8eee-342fbb4de8cb" providerId="ADAL" clId="{983C2F68-CCAE-4AA3-AFDB-B451A55B874D}"/>
    <pc:docChg chg="custSel modSld">
      <pc:chgData name="Rawat, Pragati" userId="9b4df913-7eb4-456c-8eee-342fbb4de8cb" providerId="ADAL" clId="{983C2F68-CCAE-4AA3-AFDB-B451A55B874D}" dt="2025-08-22T14:05:59.705" v="451" actId="113"/>
      <pc:docMkLst>
        <pc:docMk/>
      </pc:docMkLst>
      <pc:sldChg chg="modSp mod">
        <pc:chgData name="Rawat, Pragati" userId="9b4df913-7eb4-456c-8eee-342fbb4de8cb" providerId="ADAL" clId="{983C2F68-CCAE-4AA3-AFDB-B451A55B874D}" dt="2025-08-22T14:05:59.705" v="451" actId="113"/>
        <pc:sldMkLst>
          <pc:docMk/>
          <pc:sldMk cId="2075981210" sldId="3893"/>
        </pc:sldMkLst>
        <pc:graphicFrameChg chg="mod modGraphic">
          <ac:chgData name="Rawat, Pragati" userId="9b4df913-7eb4-456c-8eee-342fbb4de8cb" providerId="ADAL" clId="{983C2F68-CCAE-4AA3-AFDB-B451A55B874D}" dt="2025-08-22T14:05:59.705" v="451" actId="113"/>
          <ac:graphicFrameMkLst>
            <pc:docMk/>
            <pc:sldMk cId="2075981210" sldId="3893"/>
            <ac:graphicFrameMk id="67" creationId="{83BFA58D-6180-4B4C-B228-A4B00ADD0108}"/>
          </ac:graphicFrameMkLst>
        </pc:graphicFrameChg>
      </pc:sldChg>
    </pc:docChg>
  </pc:docChgLst>
  <pc:docChgLst>
    <pc:chgData name="Kumari, Bharti" userId="S::bharkumari@deloitte.com::dbcf7062-8abc-4798-a94e-65fc4c7fd4fe" providerId="AD" clId="Web-{4F5765C8-DD0E-911A-4E5A-8CF3B5C615D8}"/>
    <pc:docChg chg="modSld">
      <pc:chgData name="Kumari, Bharti" userId="S::bharkumari@deloitte.com::dbcf7062-8abc-4798-a94e-65fc4c7fd4fe" providerId="AD" clId="Web-{4F5765C8-DD0E-911A-4E5A-8CF3B5C615D8}" dt="2025-09-12T13:26:32.708" v="203"/>
      <pc:docMkLst>
        <pc:docMk/>
      </pc:docMkLst>
      <pc:sldChg chg="modSp">
        <pc:chgData name="Kumari, Bharti" userId="S::bharkumari@deloitte.com::dbcf7062-8abc-4798-a94e-65fc4c7fd4fe" providerId="AD" clId="Web-{4F5765C8-DD0E-911A-4E5A-8CF3B5C615D8}" dt="2025-09-12T13:26:32.708" v="203"/>
        <pc:sldMkLst>
          <pc:docMk/>
          <pc:sldMk cId="3294538823" sldId="3890"/>
        </pc:sldMkLst>
        <pc:graphicFrameChg chg="mod modGraphic">
          <ac:chgData name="Kumari, Bharti" userId="S::bharkumari@deloitte.com::dbcf7062-8abc-4798-a94e-65fc4c7fd4fe" providerId="AD" clId="Web-{4F5765C8-DD0E-911A-4E5A-8CF3B5C615D8}" dt="2025-09-12T13:26:32.708" v="203"/>
          <ac:graphicFrameMkLst>
            <pc:docMk/>
            <pc:sldMk cId="3294538823" sldId="3890"/>
            <ac:graphicFrameMk id="67" creationId="{83BFA58D-6180-4B4C-B228-A4B00ADD0108}"/>
          </ac:graphicFrameMkLst>
        </pc:graphicFrameChg>
      </pc:sldChg>
    </pc:docChg>
  </pc:docChgLst>
  <pc:docChgLst>
    <pc:chgData name="Rawat, Pragati" userId="9b4df913-7eb4-456c-8eee-342fbb4de8cb" providerId="ADAL" clId="{C5A27E75-AD45-498A-A9A6-800742BBA009}"/>
    <pc:docChg chg="undo custSel modSld">
      <pc:chgData name="Rawat, Pragati" userId="9b4df913-7eb4-456c-8eee-342fbb4de8cb" providerId="ADAL" clId="{C5A27E75-AD45-498A-A9A6-800742BBA009}" dt="2025-09-19T14:12:35.917" v="79" actId="113"/>
      <pc:docMkLst>
        <pc:docMk/>
      </pc:docMkLst>
      <pc:sldChg chg="modSp mod">
        <pc:chgData name="Rawat, Pragati" userId="9b4df913-7eb4-456c-8eee-342fbb4de8cb" providerId="ADAL" clId="{C5A27E75-AD45-498A-A9A6-800742BBA009}" dt="2025-09-19T14:12:35.917" v="79" actId="113"/>
        <pc:sldMkLst>
          <pc:docMk/>
          <pc:sldMk cId="2075981210" sldId="3893"/>
        </pc:sldMkLst>
        <pc:graphicFrameChg chg="mod modGraphic">
          <ac:chgData name="Rawat, Pragati" userId="9b4df913-7eb4-456c-8eee-342fbb4de8cb" providerId="ADAL" clId="{C5A27E75-AD45-498A-A9A6-800742BBA009}" dt="2025-09-19T14:12:35.917" v="79" actId="113"/>
          <ac:graphicFrameMkLst>
            <pc:docMk/>
            <pc:sldMk cId="2075981210" sldId="3893"/>
            <ac:graphicFrameMk id="67" creationId="{83BFA58D-6180-4B4C-B228-A4B00ADD0108}"/>
          </ac:graphicFrameMkLst>
        </pc:graphicFrameChg>
      </pc:sldChg>
    </pc:docChg>
  </pc:docChgLst>
  <pc:docChgLst>
    <pc:chgData name="Gupta, Tanu" userId="4974e56d-c64b-4d79-9c56-1c72db121f1c" providerId="ADAL" clId="{617BF1AA-429C-4C40-B220-AC1A262A0A06}"/>
    <pc:docChg chg="custSel modSld">
      <pc:chgData name="Gupta, Tanu" userId="4974e56d-c64b-4d79-9c56-1c72db121f1c" providerId="ADAL" clId="{617BF1AA-429C-4C40-B220-AC1A262A0A06}" dt="2025-09-12T12:43:19.329" v="673" actId="20577"/>
      <pc:docMkLst>
        <pc:docMk/>
      </pc:docMkLst>
      <pc:sldChg chg="modSp mod">
        <pc:chgData name="Gupta, Tanu" userId="4974e56d-c64b-4d79-9c56-1c72db121f1c" providerId="ADAL" clId="{617BF1AA-429C-4C40-B220-AC1A262A0A06}" dt="2025-09-12T12:43:19.329" v="673" actId="20577"/>
        <pc:sldMkLst>
          <pc:docMk/>
          <pc:sldMk cId="4212219609" sldId="3891"/>
        </pc:sldMkLst>
        <pc:graphicFrameChg chg="mod modGraphic">
          <ac:chgData name="Gupta, Tanu" userId="4974e56d-c64b-4d79-9c56-1c72db121f1c" providerId="ADAL" clId="{617BF1AA-429C-4C40-B220-AC1A262A0A06}" dt="2025-09-12T12:43:19.329" v="673" actId="20577"/>
          <ac:graphicFrameMkLst>
            <pc:docMk/>
            <pc:sldMk cId="4212219609" sldId="3891"/>
            <ac:graphicFrameMk id="67" creationId="{83BFA58D-6180-4B4C-B228-A4B00ADD0108}"/>
          </ac:graphicFrameMkLst>
        </pc:graphicFrameChg>
      </pc:sldChg>
    </pc:docChg>
  </pc:docChgLst>
  <pc:docChgLst>
    <pc:chgData clId="Web-{80E6E5E1-F0F5-CDC5-97FF-5D58B0E5BF31}"/>
    <pc:docChg chg="modSld">
      <pc:chgData name="" userId="" providerId="" clId="Web-{80E6E5E1-F0F5-CDC5-97FF-5D58B0E5BF31}" dt="2025-08-22T13:05:17.830" v="1"/>
      <pc:docMkLst>
        <pc:docMk/>
      </pc:docMkLst>
      <pc:sldChg chg="modSp">
        <pc:chgData name="" userId="" providerId="" clId="Web-{80E6E5E1-F0F5-CDC5-97FF-5D58B0E5BF31}" dt="2025-08-22T13:05:17.830" v="1"/>
        <pc:sldMkLst>
          <pc:docMk/>
          <pc:sldMk cId="954418879" sldId="3889"/>
        </pc:sldMkLst>
        <pc:graphicFrameChg chg="mod modGraphic">
          <ac:chgData name="" userId="" providerId="" clId="Web-{80E6E5E1-F0F5-CDC5-97FF-5D58B0E5BF31}" dt="2025-08-22T13:05:17.830" v="1"/>
          <ac:graphicFrameMkLst>
            <pc:docMk/>
            <pc:sldMk cId="954418879" sldId="3889"/>
            <ac:graphicFrameMk id="67" creationId="{83BFA58D-6180-4B4C-B228-A4B00ADD0108}"/>
          </ac:graphicFrameMkLst>
        </pc:graphicFrameChg>
      </pc:sldChg>
    </pc:docChg>
  </pc:docChgLst>
  <pc:docChgLst>
    <pc:chgData name="Gupta, Tanu" userId="S::tgupta10@deloitte.com::4974e56d-c64b-4d79-9c56-1c72db121f1c" providerId="AD" clId="Web-{663CE4AB-578B-6506-BBA4-D4C7D3C63915}"/>
    <pc:docChg chg="modSld">
      <pc:chgData name="Gupta, Tanu" userId="S::tgupta10@deloitte.com::4974e56d-c64b-4d79-9c56-1c72db121f1c" providerId="AD" clId="Web-{663CE4AB-578B-6506-BBA4-D4C7D3C63915}" dt="2025-09-12T06:45:21.864" v="103"/>
      <pc:docMkLst>
        <pc:docMk/>
      </pc:docMkLst>
    </pc:docChg>
  </pc:docChgLst>
  <pc:docChgLst>
    <pc:chgData name="SATTI, SUJITHA" userId="S::susujitha@deloitte.com::916be8cd-c7e2-43a9-83e1-d7f162fcdce8" providerId="AD" clId="Web-{492B4004-9744-26D1-7CA1-4B9A1C6414BB}"/>
    <pc:docChg chg="modSld">
      <pc:chgData name="SATTI, SUJITHA" userId="S::susujitha@deloitte.com::916be8cd-c7e2-43a9-83e1-d7f162fcdce8" providerId="AD" clId="Web-{492B4004-9744-26D1-7CA1-4B9A1C6414BB}" dt="2025-08-22T14:49:14.007" v="9"/>
      <pc:docMkLst>
        <pc:docMk/>
      </pc:docMkLst>
      <pc:sldChg chg="modSp">
        <pc:chgData name="SATTI, SUJITHA" userId="S::susujitha@deloitte.com::916be8cd-c7e2-43a9-83e1-d7f162fcdce8" providerId="AD" clId="Web-{492B4004-9744-26D1-7CA1-4B9A1C6414BB}" dt="2025-08-22T14:49:14.007" v="9"/>
        <pc:sldMkLst>
          <pc:docMk/>
          <pc:sldMk cId="4212219609" sldId="3891"/>
        </pc:sldMkLst>
        <pc:graphicFrameChg chg="mod modGraphic">
          <ac:chgData name="SATTI, SUJITHA" userId="S::susujitha@deloitte.com::916be8cd-c7e2-43a9-83e1-d7f162fcdce8" providerId="AD" clId="Web-{492B4004-9744-26D1-7CA1-4B9A1C6414BB}" dt="2025-08-22T14:49:14.007" v="9"/>
          <ac:graphicFrameMkLst>
            <pc:docMk/>
            <pc:sldMk cId="4212219609" sldId="3891"/>
            <ac:graphicFrameMk id="67" creationId="{83BFA58D-6180-4B4C-B228-A4B00ADD0108}"/>
          </ac:graphicFrameMkLst>
        </pc:graphicFrameChg>
      </pc:sldChg>
    </pc:docChg>
  </pc:docChgLst>
  <pc:docChgLst>
    <pc:chgData name="SATTI, SUJITHA" userId="S::susujitha@deloitte.com::916be8cd-c7e2-43a9-83e1-d7f162fcdce8" providerId="AD" clId="Web-{755BAA32-5142-7A1C-3408-CACD6DF5876A}"/>
    <pc:docChg chg="modSld">
      <pc:chgData name="SATTI, SUJITHA" userId="S::susujitha@deloitte.com::916be8cd-c7e2-43a9-83e1-d7f162fcdce8" providerId="AD" clId="Web-{755BAA32-5142-7A1C-3408-CACD6DF5876A}" dt="2025-08-29T12:13:59.615" v="3"/>
      <pc:docMkLst>
        <pc:docMk/>
      </pc:docMkLst>
    </pc:docChg>
  </pc:docChgLst>
  <pc:docChgLst>
    <pc:chgData name="Gupta, Tanu" userId="4974e56d-c64b-4d79-9c56-1c72db121f1c" providerId="ADAL" clId="{863206F9-F03A-4D04-998D-38485E4C9737}"/>
    <pc:docChg chg="undo custSel modSld">
      <pc:chgData name="Gupta, Tanu" userId="4974e56d-c64b-4d79-9c56-1c72db121f1c" providerId="ADAL" clId="{863206F9-F03A-4D04-998D-38485E4C9737}" dt="2025-09-19T05:20:52.685" v="446" actId="20577"/>
      <pc:docMkLst>
        <pc:docMk/>
      </pc:docMkLst>
    </pc:docChg>
  </pc:docChgLst>
  <pc:docChgLst>
    <pc:chgData name="Maheshwari, Divya" userId="S::divmaheshwari@deloitte.com::b19a145d-327d-40f8-8ccb-864a40aeca3d" providerId="AD" clId="Web-{49AF19ED-B060-82E3-9704-71BB3565FDFD}"/>
    <pc:docChg chg="modSld">
      <pc:chgData name="Maheshwari, Divya" userId="S::divmaheshwari@deloitte.com::b19a145d-327d-40f8-8ccb-864a40aeca3d" providerId="AD" clId="Web-{49AF19ED-B060-82E3-9704-71BB3565FDFD}" dt="2025-09-12T11:53:44.882" v="685"/>
      <pc:docMkLst>
        <pc:docMk/>
      </pc:docMkLst>
    </pc:docChg>
  </pc:docChgLst>
  <pc:docChgLst>
    <pc:chgData name="Kumari, Bharti" userId="S::bharkumari@deloitte.com::dbcf7062-8abc-4798-a94e-65fc4c7fd4fe" providerId="AD" clId="Web-{C184872F-26AD-82AC-2CEB-5E44F4AECD06}"/>
    <pc:docChg chg="modSld">
      <pc:chgData name="Kumari, Bharti" userId="S::bharkumari@deloitte.com::dbcf7062-8abc-4798-a94e-65fc4c7fd4fe" providerId="AD" clId="Web-{C184872F-26AD-82AC-2CEB-5E44F4AECD06}" dt="2025-08-29T11:12:55.725" v="551"/>
      <pc:docMkLst>
        <pc:docMk/>
      </pc:docMkLst>
    </pc:docChg>
  </pc:docChgLst>
  <pc:docChgLst>
    <pc:chgData name="Billhartz, Blake" userId="S::bbillhartz@deloitte.com::50c5c7d3-36b2-4545-ac1f-6059d0268d1a" providerId="AD" clId="Web-{35D90155-60D3-3C70-B8CB-FE41496059DA}"/>
    <pc:docChg chg="modSld">
      <pc:chgData name="Billhartz, Blake" userId="S::bbillhartz@deloitte.com::50c5c7d3-36b2-4545-ac1f-6059d0268d1a" providerId="AD" clId="Web-{35D90155-60D3-3C70-B8CB-FE41496059DA}" dt="2025-08-22T17:54:46.933" v="0"/>
      <pc:docMkLst>
        <pc:docMk/>
      </pc:docMkLst>
      <pc:sldChg chg="modSp">
        <pc:chgData name="Billhartz, Blake" userId="S::bbillhartz@deloitte.com::50c5c7d3-36b2-4545-ac1f-6059d0268d1a" providerId="AD" clId="Web-{35D90155-60D3-3C70-B8CB-FE41496059DA}" dt="2025-08-22T17:54:46.933" v="0"/>
        <pc:sldMkLst>
          <pc:docMk/>
          <pc:sldMk cId="2075981210" sldId="3893"/>
        </pc:sldMkLst>
        <pc:graphicFrameChg chg="modGraphic">
          <ac:chgData name="Billhartz, Blake" userId="S::bbillhartz@deloitte.com::50c5c7d3-36b2-4545-ac1f-6059d0268d1a" providerId="AD" clId="Web-{35D90155-60D3-3C70-B8CB-FE41496059DA}" dt="2025-08-22T17:54:46.933" v="0"/>
          <ac:graphicFrameMkLst>
            <pc:docMk/>
            <pc:sldMk cId="2075981210" sldId="3893"/>
            <ac:graphicFrameMk id="67" creationId="{83BFA58D-6180-4B4C-B228-A4B00ADD0108}"/>
          </ac:graphicFrameMkLst>
        </pc:graphicFrameChg>
      </pc:sldChg>
    </pc:docChg>
  </pc:docChgLst>
  <pc:docChgLst>
    <pc:chgData name="Kumari, Bharti" userId="S::bharkumari@deloitte.com::dbcf7062-8abc-4798-a94e-65fc4c7fd4fe" providerId="AD" clId="Web-{EDF3B5DC-0892-D6D8-950B-3931DF40C2B2}"/>
    <pc:docChg chg="modSld">
      <pc:chgData name="Kumari, Bharti" userId="S::bharkumari@deloitte.com::dbcf7062-8abc-4798-a94e-65fc4c7fd4fe" providerId="AD" clId="Web-{EDF3B5DC-0892-D6D8-950B-3931DF40C2B2}" dt="2025-09-19T12:28:01.489" v="109"/>
      <pc:docMkLst>
        <pc:docMk/>
      </pc:docMkLst>
      <pc:sldChg chg="modSp">
        <pc:chgData name="Kumari, Bharti" userId="S::bharkumari@deloitte.com::dbcf7062-8abc-4798-a94e-65fc4c7fd4fe" providerId="AD" clId="Web-{EDF3B5DC-0892-D6D8-950B-3931DF40C2B2}" dt="2025-09-19T12:28:01.489" v="109"/>
        <pc:sldMkLst>
          <pc:docMk/>
          <pc:sldMk cId="3294538823" sldId="3890"/>
        </pc:sldMkLst>
        <pc:graphicFrameChg chg="mod modGraphic">
          <ac:chgData name="Kumari, Bharti" userId="S::bharkumari@deloitte.com::dbcf7062-8abc-4798-a94e-65fc4c7fd4fe" providerId="AD" clId="Web-{EDF3B5DC-0892-D6D8-950B-3931DF40C2B2}" dt="2025-09-19T12:28:01.489" v="109"/>
          <ac:graphicFrameMkLst>
            <pc:docMk/>
            <pc:sldMk cId="3294538823" sldId="3890"/>
            <ac:graphicFrameMk id="67" creationId="{83BFA58D-6180-4B4C-B228-A4B00ADD0108}"/>
          </ac:graphicFrameMkLst>
        </pc:graphicFrameChg>
      </pc:sldChg>
    </pc:docChg>
  </pc:docChgLst>
  <pc:docChgLst>
    <pc:chgData name="Paul, J" userId="fa19b70c-0ec3-4816-bf57-7b8eea7e8539" providerId="ADAL" clId="{A6596C55-34DC-594A-86A5-47E7A117F085}"/>
    <pc:docChg chg="modSld">
      <pc:chgData name="Paul, J" userId="fa19b70c-0ec3-4816-bf57-7b8eea7e8539" providerId="ADAL" clId="{A6596C55-34DC-594A-86A5-47E7A117F085}" dt="2025-09-04T15:21:44.765" v="37" actId="20577"/>
      <pc:docMkLst>
        <pc:docMk/>
      </pc:docMkLst>
    </pc:docChg>
  </pc:docChgLst>
  <pc:docChgLst>
    <pc:chgData name="G, Sruthi" userId="S::srug@deloitte.com::56ac5004-f0cc-4b36-97c8-fa21eef2ea62" providerId="AD" clId="Web-{84AA590F-521A-F209-3D4A-F64C2D3A90AF}"/>
    <pc:docChg chg="modSld">
      <pc:chgData name="G, Sruthi" userId="S::srug@deloitte.com::56ac5004-f0cc-4b36-97c8-fa21eef2ea62" providerId="AD" clId="Web-{84AA590F-521A-F209-3D4A-F64C2D3A90AF}" dt="2025-08-29T12:05:18.778" v="365"/>
      <pc:docMkLst>
        <pc:docMk/>
      </pc:docMkLst>
    </pc:docChg>
  </pc:docChgLst>
  <pc:docChgLst>
    <pc:chgData name="Gupta, Tanu" userId="S::tgupta10@deloitte.com::4974e56d-c64b-4d79-9c56-1c72db121f1c" providerId="AD" clId="Web-{AD73713D-5569-7E70-27D4-E03B242A2BD6}"/>
    <pc:docChg chg="modSld">
      <pc:chgData name="Gupta, Tanu" userId="S::tgupta10@deloitte.com::4974e56d-c64b-4d79-9c56-1c72db121f1c" providerId="AD" clId="Web-{AD73713D-5569-7E70-27D4-E03B242A2BD6}" dt="2025-09-19T14:30:30.661" v="15"/>
      <pc:docMkLst>
        <pc:docMk/>
      </pc:docMkLst>
      <pc:sldChg chg="modSp">
        <pc:chgData name="Gupta, Tanu" userId="S::tgupta10@deloitte.com::4974e56d-c64b-4d79-9c56-1c72db121f1c" providerId="AD" clId="Web-{AD73713D-5569-7E70-27D4-E03B242A2BD6}" dt="2025-09-19T14:30:30.661" v="15"/>
        <pc:sldMkLst>
          <pc:docMk/>
          <pc:sldMk cId="4212219609" sldId="3891"/>
        </pc:sldMkLst>
        <pc:graphicFrameChg chg="mod modGraphic">
          <ac:chgData name="Gupta, Tanu" userId="S::tgupta10@deloitte.com::4974e56d-c64b-4d79-9c56-1c72db121f1c" providerId="AD" clId="Web-{AD73713D-5569-7E70-27D4-E03B242A2BD6}" dt="2025-09-19T14:30:30.661" v="15"/>
          <ac:graphicFrameMkLst>
            <pc:docMk/>
            <pc:sldMk cId="4212219609" sldId="3891"/>
            <ac:graphicFrameMk id="67" creationId="{83BFA58D-6180-4B4C-B228-A4B00ADD0108}"/>
          </ac:graphicFrameMkLst>
        </pc:graphicFrameChg>
      </pc:sldChg>
    </pc:docChg>
  </pc:docChgLst>
  <pc:docChgLst>
    <pc:chgData name="Kaur, Lavleen" userId="b04da0c8-555c-4d7e-b503-81557370cd27" providerId="ADAL" clId="{91B68785-706E-4CFD-9E4B-EDEF96759CF1}"/>
    <pc:docChg chg="custSel modSld">
      <pc:chgData name="Kaur, Lavleen" userId="b04da0c8-555c-4d7e-b503-81557370cd27" providerId="ADAL" clId="{91B68785-706E-4CFD-9E4B-EDEF96759CF1}" dt="2025-08-22T18:38:13.412" v="517" actId="20577"/>
      <pc:docMkLst>
        <pc:docMk/>
      </pc:docMkLst>
      <pc:sldChg chg="modSp mod">
        <pc:chgData name="Kaur, Lavleen" userId="b04da0c8-555c-4d7e-b503-81557370cd27" providerId="ADAL" clId="{91B68785-706E-4CFD-9E4B-EDEF96759CF1}" dt="2025-08-22T18:38:13.412" v="517" actId="20577"/>
        <pc:sldMkLst>
          <pc:docMk/>
          <pc:sldMk cId="1767971940" sldId="3886"/>
        </pc:sldMkLst>
        <pc:graphicFrameChg chg="modGraphic">
          <ac:chgData name="Kaur, Lavleen" userId="b04da0c8-555c-4d7e-b503-81557370cd27" providerId="ADAL" clId="{91B68785-706E-4CFD-9E4B-EDEF96759CF1}" dt="2025-08-22T18:38:13.412" v="517" actId="20577"/>
          <ac:graphicFrameMkLst>
            <pc:docMk/>
            <pc:sldMk cId="1767971940" sldId="3886"/>
            <ac:graphicFrameMk id="67" creationId="{83BFA58D-6180-4B4C-B228-A4B00ADD0108}"/>
          </ac:graphicFrameMkLst>
        </pc:graphicFrameChg>
      </pc:sldChg>
    </pc:docChg>
  </pc:docChgLst>
  <pc:docChgLst>
    <pc:chgData name="M Babu, Robin" userId="S::rmbabu@deloitte.com::f97f98bb-6ecc-4aac-9112-342c18af1d5e" providerId="AD" clId="Web-{F74D8ABA-80B2-3E46-C6D4-9D0AD4D20545}"/>
    <pc:docChg chg="modSld">
      <pc:chgData name="M Babu, Robin" userId="S::rmbabu@deloitte.com::f97f98bb-6ecc-4aac-9112-342c18af1d5e" providerId="AD" clId="Web-{F74D8ABA-80B2-3E46-C6D4-9D0AD4D20545}" dt="2025-09-05T16:06:10.522" v="7"/>
      <pc:docMkLst>
        <pc:docMk/>
      </pc:docMkLst>
      <pc:sldChg chg="modSp">
        <pc:chgData name="M Babu, Robin" userId="S::rmbabu@deloitte.com::f97f98bb-6ecc-4aac-9112-342c18af1d5e" providerId="AD" clId="Web-{F74D8ABA-80B2-3E46-C6D4-9D0AD4D20545}" dt="2025-09-05T16:06:10.522" v="7"/>
        <pc:sldMkLst>
          <pc:docMk/>
          <pc:sldMk cId="1767971940" sldId="3886"/>
        </pc:sldMkLst>
        <pc:graphicFrameChg chg="mod modGraphic">
          <ac:chgData name="M Babu, Robin" userId="S::rmbabu@deloitte.com::f97f98bb-6ecc-4aac-9112-342c18af1d5e" providerId="AD" clId="Web-{F74D8ABA-80B2-3E46-C6D4-9D0AD4D20545}" dt="2025-09-05T16:06:10.522" v="7"/>
          <ac:graphicFrameMkLst>
            <pc:docMk/>
            <pc:sldMk cId="1767971940" sldId="3886"/>
            <ac:graphicFrameMk id="67" creationId="{83BFA58D-6180-4B4C-B228-A4B00ADD0108}"/>
          </ac:graphicFrameMkLst>
        </pc:graphicFrameChg>
      </pc:sldChg>
    </pc:docChg>
  </pc:docChgLst>
  <pc:docChgLst>
    <pc:chgData name="TANUJA, SUNKARA" userId="S::stanuja@deloitte.com::7a949c8b-5f14-454b-b49f-415049cd8c52" providerId="AD" clId="Web-{38DD3D83-7771-BEC8-5BFC-37A4F90E25CA}"/>
    <pc:docChg chg="modSld">
      <pc:chgData name="TANUJA, SUNKARA" userId="S::stanuja@deloitte.com::7a949c8b-5f14-454b-b49f-415049cd8c52" providerId="AD" clId="Web-{38DD3D83-7771-BEC8-5BFC-37A4F90E25CA}" dt="2025-09-05T16:58:38.627" v="35"/>
      <pc:docMkLst>
        <pc:docMk/>
      </pc:docMkLst>
      <pc:sldChg chg="modSp">
        <pc:chgData name="TANUJA, SUNKARA" userId="S::stanuja@deloitte.com::7a949c8b-5f14-454b-b49f-415049cd8c52" providerId="AD" clId="Web-{38DD3D83-7771-BEC8-5BFC-37A4F90E25CA}" dt="2025-09-05T16:58:38.627" v="35"/>
        <pc:sldMkLst>
          <pc:docMk/>
          <pc:sldMk cId="4212219609" sldId="3891"/>
        </pc:sldMkLst>
        <pc:graphicFrameChg chg="mod modGraphic">
          <ac:chgData name="TANUJA, SUNKARA" userId="S::stanuja@deloitte.com::7a949c8b-5f14-454b-b49f-415049cd8c52" providerId="AD" clId="Web-{38DD3D83-7771-BEC8-5BFC-37A4F90E25CA}" dt="2025-09-05T16:58:38.627" v="35"/>
          <ac:graphicFrameMkLst>
            <pc:docMk/>
            <pc:sldMk cId="4212219609" sldId="3891"/>
            <ac:graphicFrameMk id="67" creationId="{83BFA58D-6180-4B4C-B228-A4B00ADD0108}"/>
          </ac:graphicFrameMkLst>
        </pc:graphicFrameChg>
      </pc:sldChg>
    </pc:docChg>
  </pc:docChgLst>
  <pc:docChgLst>
    <pc:chgData name="Maheshwari, Divya" userId="S::divmaheshwari@deloitte.com::b19a145d-327d-40f8-8ccb-864a40aeca3d" providerId="AD" clId="Web-{A55798B6-705C-AE96-7E85-FBEEE79C3671}"/>
    <pc:docChg chg="modSld">
      <pc:chgData name="Maheshwari, Divya" userId="S::divmaheshwari@deloitte.com::b19a145d-327d-40f8-8ccb-864a40aeca3d" providerId="AD" clId="Web-{A55798B6-705C-AE96-7E85-FBEEE79C3671}" dt="2025-08-29T13:30:01.616" v="1278"/>
      <pc:docMkLst>
        <pc:docMk/>
      </pc:docMkLst>
      <pc:sldChg chg="modSp">
        <pc:chgData name="Maheshwari, Divya" userId="S::divmaheshwari@deloitte.com::b19a145d-327d-40f8-8ccb-864a40aeca3d" providerId="AD" clId="Web-{A55798B6-705C-AE96-7E85-FBEEE79C3671}" dt="2025-08-29T13:30:01.616" v="1278"/>
        <pc:sldMkLst>
          <pc:docMk/>
          <pc:sldMk cId="954418879" sldId="3889"/>
        </pc:sldMkLst>
        <pc:graphicFrameChg chg="mod modGraphic">
          <ac:chgData name="Maheshwari, Divya" userId="S::divmaheshwari@deloitte.com::b19a145d-327d-40f8-8ccb-864a40aeca3d" providerId="AD" clId="Web-{A55798B6-705C-AE96-7E85-FBEEE79C3671}" dt="2025-08-29T13:30:01.616" v="1278"/>
          <ac:graphicFrameMkLst>
            <pc:docMk/>
            <pc:sldMk cId="954418879" sldId="3889"/>
            <ac:graphicFrameMk id="67" creationId="{83BFA58D-6180-4B4C-B228-A4B00ADD0108}"/>
          </ac:graphicFrameMkLst>
        </pc:graphicFrameChg>
      </pc:sldChg>
    </pc:docChg>
  </pc:docChgLst>
  <pc:docChgLst>
    <pc:chgData name="Paul, J" userId="S::jpaul4@deloitte.com::fa19b70c-0ec3-4816-bf57-7b8eea7e8539" providerId="AD" clId="Web-{E197D42D-5F33-4AB8-A030-C103B387351E}"/>
    <pc:docChg chg="modSld">
      <pc:chgData name="Paul, J" userId="S::jpaul4@deloitte.com::fa19b70c-0ec3-4816-bf57-7b8eea7e8539" providerId="AD" clId="Web-{E197D42D-5F33-4AB8-A030-C103B387351E}" dt="2025-09-04T12:21:53.614" v="3"/>
      <pc:docMkLst>
        <pc:docMk/>
      </pc:docMkLst>
      <pc:sldChg chg="modSp">
        <pc:chgData name="Paul, J" userId="S::jpaul4@deloitte.com::fa19b70c-0ec3-4816-bf57-7b8eea7e8539" providerId="AD" clId="Web-{E197D42D-5F33-4AB8-A030-C103B387351E}" dt="2025-09-04T12:21:53.614" v="3"/>
        <pc:sldMkLst>
          <pc:docMk/>
          <pc:sldMk cId="954418879" sldId="3889"/>
        </pc:sldMkLst>
        <pc:graphicFrameChg chg="mod modGraphic">
          <ac:chgData name="Paul, J" userId="S::jpaul4@deloitte.com::fa19b70c-0ec3-4816-bf57-7b8eea7e8539" providerId="AD" clId="Web-{E197D42D-5F33-4AB8-A030-C103B387351E}" dt="2025-09-04T12:21:53.614" v="3"/>
          <ac:graphicFrameMkLst>
            <pc:docMk/>
            <pc:sldMk cId="954418879" sldId="3889"/>
            <ac:graphicFrameMk id="67" creationId="{83BFA58D-6180-4B4C-B228-A4B00ADD0108}"/>
          </ac:graphicFrameMkLst>
        </pc:graphicFrameChg>
      </pc:sldChg>
    </pc:docChg>
  </pc:docChgLst>
  <pc:docChgLst>
    <pc:chgData name="Kumar, M Pavan" userId="S::mpavkumar@deloitte.com::c57e25e4-4624-4003-81ff-e96fcf3c5b4e" providerId="AD" clId="Web-{0627D622-E084-5F87-3F66-0D268ED19438}"/>
    <pc:docChg chg="modSld">
      <pc:chgData name="Kumar, M Pavan" userId="S::mpavkumar@deloitte.com::c57e25e4-4624-4003-81ff-e96fcf3c5b4e" providerId="AD" clId="Web-{0627D622-E084-5F87-3F66-0D268ED19438}" dt="2025-09-19T10:51:57.316" v="156"/>
      <pc:docMkLst>
        <pc:docMk/>
      </pc:docMkLst>
      <pc:sldChg chg="modSp">
        <pc:chgData name="Kumar, M Pavan" userId="S::mpavkumar@deloitte.com::c57e25e4-4624-4003-81ff-e96fcf3c5b4e" providerId="AD" clId="Web-{0627D622-E084-5F87-3F66-0D268ED19438}" dt="2025-09-19T10:51:57.316" v="156"/>
        <pc:sldMkLst>
          <pc:docMk/>
          <pc:sldMk cId="954418879" sldId="3889"/>
        </pc:sldMkLst>
        <pc:graphicFrameChg chg="mod modGraphic">
          <ac:chgData name="Kumar, M Pavan" userId="S::mpavkumar@deloitte.com::c57e25e4-4624-4003-81ff-e96fcf3c5b4e" providerId="AD" clId="Web-{0627D622-E084-5F87-3F66-0D268ED19438}" dt="2025-09-19T10:51:57.316" v="156"/>
          <ac:graphicFrameMkLst>
            <pc:docMk/>
            <pc:sldMk cId="954418879" sldId="3889"/>
            <ac:graphicFrameMk id="67" creationId="{83BFA58D-6180-4B4C-B228-A4B00ADD0108}"/>
          </ac:graphicFrameMkLst>
        </pc:graphicFrameChg>
      </pc:sldChg>
    </pc:docChg>
  </pc:docChgLst>
  <pc:docChgLst>
    <pc:chgData name="Gupta, Tanu" userId="S::tgupta10@deloitte.com::4974e56d-c64b-4d79-9c56-1c72db121f1c" providerId="AD" clId="Web-{66B28437-592B-46EE-8644-E6DFBA4D0A2C}"/>
    <pc:docChg chg="modSld">
      <pc:chgData name="Gupta, Tanu" userId="S::tgupta10@deloitte.com::4974e56d-c64b-4d79-9c56-1c72db121f1c" providerId="AD" clId="Web-{66B28437-592B-46EE-8644-E6DFBA4D0A2C}" dt="2025-09-12T12:36:55.360" v="161"/>
      <pc:docMkLst>
        <pc:docMk/>
      </pc:docMkLst>
    </pc:docChg>
  </pc:docChgLst>
  <pc:docChgLst>
    <pc:chgData name="M Babu, Robin" userId="S::rmbabu@deloitte.com::f97f98bb-6ecc-4aac-9112-342c18af1d5e" providerId="AD" clId="Web-{3B0AA243-40D0-26D1-86BD-EADF48AF3E73}"/>
    <pc:docChg chg="modSld">
      <pc:chgData name="M Babu, Robin" userId="S::rmbabu@deloitte.com::f97f98bb-6ecc-4aac-9112-342c18af1d5e" providerId="AD" clId="Web-{3B0AA243-40D0-26D1-86BD-EADF48AF3E73}" dt="2025-08-22T10:03:10.772" v="3"/>
      <pc:docMkLst>
        <pc:docMk/>
      </pc:docMkLst>
      <pc:sldChg chg="modSp">
        <pc:chgData name="M Babu, Robin" userId="S::rmbabu@deloitte.com::f97f98bb-6ecc-4aac-9112-342c18af1d5e" providerId="AD" clId="Web-{3B0AA243-40D0-26D1-86BD-EADF48AF3E73}" dt="2025-08-22T10:03:10.772" v="3"/>
        <pc:sldMkLst>
          <pc:docMk/>
          <pc:sldMk cId="1767971940" sldId="3886"/>
        </pc:sldMkLst>
        <pc:graphicFrameChg chg="mod modGraphic">
          <ac:chgData name="M Babu, Robin" userId="S::rmbabu@deloitte.com::f97f98bb-6ecc-4aac-9112-342c18af1d5e" providerId="AD" clId="Web-{3B0AA243-40D0-26D1-86BD-EADF48AF3E73}" dt="2025-08-22T10:03:10.772" v="3"/>
          <ac:graphicFrameMkLst>
            <pc:docMk/>
            <pc:sldMk cId="1767971940" sldId="3886"/>
            <ac:graphicFrameMk id="67" creationId="{83BFA58D-6180-4B4C-B228-A4B00ADD0108}"/>
          </ac:graphicFrameMkLst>
        </pc:graphicFrameChg>
      </pc:sldChg>
    </pc:docChg>
  </pc:docChgLst>
  <pc:docChgLst>
    <pc:chgData name="Zalavadia, Parth" userId="f6ed9717-0e3e-4b6f-b56b-4d9d3d94e88a" providerId="ADAL" clId="{3AE2B26E-F3CF-4F49-B1D3-2CD5594EAE3A}"/>
    <pc:docChg chg="custSel modSld">
      <pc:chgData name="Zalavadia, Parth" userId="f6ed9717-0e3e-4b6f-b56b-4d9d3d94e88a" providerId="ADAL" clId="{3AE2B26E-F3CF-4F49-B1D3-2CD5594EAE3A}" dt="2025-09-05T06:48:37.469" v="135" actId="14734"/>
      <pc:docMkLst>
        <pc:docMk/>
      </pc:docMkLst>
      <pc:sldChg chg="modSp mod">
        <pc:chgData name="Zalavadia, Parth" userId="f6ed9717-0e3e-4b6f-b56b-4d9d3d94e88a" providerId="ADAL" clId="{3AE2B26E-F3CF-4F49-B1D3-2CD5594EAE3A}" dt="2025-09-05T06:48:37.469" v="135" actId="14734"/>
        <pc:sldMkLst>
          <pc:docMk/>
          <pc:sldMk cId="954418879" sldId="3889"/>
        </pc:sldMkLst>
        <pc:graphicFrameChg chg="modGraphic">
          <ac:chgData name="Zalavadia, Parth" userId="f6ed9717-0e3e-4b6f-b56b-4d9d3d94e88a" providerId="ADAL" clId="{3AE2B26E-F3CF-4F49-B1D3-2CD5594EAE3A}" dt="2025-09-05T06:48:37.469" v="135" actId="14734"/>
          <ac:graphicFrameMkLst>
            <pc:docMk/>
            <pc:sldMk cId="954418879" sldId="3889"/>
            <ac:graphicFrameMk id="67" creationId="{83BFA58D-6180-4B4C-B228-A4B00ADD0108}"/>
          </ac:graphicFrameMkLst>
        </pc:graphicFrameChg>
      </pc:sldChg>
    </pc:docChg>
  </pc:docChgLst>
  <pc:docChgLst>
    <pc:chgData name="BURE, PRIYANKA" userId="S::pbure@deloitte.com::bf66f2cb-0fc1-4c90-b911-366137381ef0" providerId="AD" clId="Web-{80E6E5E1-F0F5-CDC5-97FF-5D58B0E5BF31}"/>
    <pc:docChg chg="modSld">
      <pc:chgData name="BURE, PRIYANKA" userId="S::pbure@deloitte.com::bf66f2cb-0fc1-4c90-b911-366137381ef0" providerId="AD" clId="Web-{80E6E5E1-F0F5-CDC5-97FF-5D58B0E5BF31}" dt="2025-08-22T13:38:53.292" v="1729"/>
      <pc:docMkLst>
        <pc:docMk/>
      </pc:docMkLst>
      <pc:sldChg chg="addSp delSp modSp">
        <pc:chgData name="BURE, PRIYANKA" userId="S::pbure@deloitte.com::bf66f2cb-0fc1-4c90-b911-366137381ef0" providerId="AD" clId="Web-{80E6E5E1-F0F5-CDC5-97FF-5D58B0E5BF31}" dt="2025-08-22T13:38:53.292" v="1729"/>
        <pc:sldMkLst>
          <pc:docMk/>
          <pc:sldMk cId="954418879" sldId="3889"/>
        </pc:sldMkLst>
        <pc:graphicFrameChg chg="mod modGraphic">
          <ac:chgData name="BURE, PRIYANKA" userId="S::pbure@deloitte.com::bf66f2cb-0fc1-4c90-b911-366137381ef0" providerId="AD" clId="Web-{80E6E5E1-F0F5-CDC5-97FF-5D58B0E5BF31}" dt="2025-08-22T13:38:53.292" v="1729"/>
          <ac:graphicFrameMkLst>
            <pc:docMk/>
            <pc:sldMk cId="954418879" sldId="3889"/>
            <ac:graphicFrameMk id="67" creationId="{83BFA58D-6180-4B4C-B228-A4B00ADD0108}"/>
          </ac:graphicFrameMkLst>
        </pc:graphicFrameChg>
      </pc:sldChg>
    </pc:docChg>
  </pc:docChgLst>
  <pc:docChgLst>
    <pc:chgData name="Kumar, M Pavan" userId="S::mpavkumar@deloitte.com::c57e25e4-4624-4003-81ff-e96fcf3c5b4e" providerId="AD" clId="Web-{378BC3ED-A0D2-D8DE-9A3A-DFF80BE7517D}"/>
    <pc:docChg chg="modSld">
      <pc:chgData name="Kumar, M Pavan" userId="S::mpavkumar@deloitte.com::c57e25e4-4624-4003-81ff-e96fcf3c5b4e" providerId="AD" clId="Web-{378BC3ED-A0D2-D8DE-9A3A-DFF80BE7517D}" dt="2025-09-05T13:47:55.248" v="65"/>
      <pc:docMkLst>
        <pc:docMk/>
      </pc:docMkLst>
      <pc:sldChg chg="modSp">
        <pc:chgData name="Kumar, M Pavan" userId="S::mpavkumar@deloitte.com::c57e25e4-4624-4003-81ff-e96fcf3c5b4e" providerId="AD" clId="Web-{378BC3ED-A0D2-D8DE-9A3A-DFF80BE7517D}" dt="2025-09-05T13:47:55.248" v="65"/>
        <pc:sldMkLst>
          <pc:docMk/>
          <pc:sldMk cId="954418879" sldId="3889"/>
        </pc:sldMkLst>
        <pc:graphicFrameChg chg="mod modGraphic">
          <ac:chgData name="Kumar, M Pavan" userId="S::mpavkumar@deloitte.com::c57e25e4-4624-4003-81ff-e96fcf3c5b4e" providerId="AD" clId="Web-{378BC3ED-A0D2-D8DE-9A3A-DFF80BE7517D}" dt="2025-09-05T13:47:55.248" v="65"/>
          <ac:graphicFrameMkLst>
            <pc:docMk/>
            <pc:sldMk cId="954418879" sldId="3889"/>
            <ac:graphicFrameMk id="67" creationId="{83BFA58D-6180-4B4C-B228-A4B00ADD0108}"/>
          </ac:graphicFrameMkLst>
        </pc:graphicFrameChg>
      </pc:sldChg>
    </pc:docChg>
  </pc:docChgLst>
  <pc:docChgLst>
    <pc:chgData name="Gupta, Tanu" userId="4974e56d-c64b-4d79-9c56-1c72db121f1c" providerId="ADAL" clId="{9E179623-446E-44ED-8E4B-770A067A99B7}"/>
    <pc:docChg chg="modSld">
      <pc:chgData name="Gupta, Tanu" userId="4974e56d-c64b-4d79-9c56-1c72db121f1c" providerId="ADAL" clId="{9E179623-446E-44ED-8E4B-770A067A99B7}" dt="2025-08-29T12:33:49.325" v="236" actId="20577"/>
      <pc:docMkLst>
        <pc:docMk/>
      </pc:docMkLst>
      <pc:sldChg chg="modSp mod">
        <pc:chgData name="Gupta, Tanu" userId="4974e56d-c64b-4d79-9c56-1c72db121f1c" providerId="ADAL" clId="{9E179623-446E-44ED-8E4B-770A067A99B7}" dt="2025-08-29T12:33:49.325" v="236" actId="20577"/>
        <pc:sldMkLst>
          <pc:docMk/>
          <pc:sldMk cId="4212219609" sldId="3891"/>
        </pc:sldMkLst>
        <pc:graphicFrameChg chg="modGraphic">
          <ac:chgData name="Gupta, Tanu" userId="4974e56d-c64b-4d79-9c56-1c72db121f1c" providerId="ADAL" clId="{9E179623-446E-44ED-8E4B-770A067A99B7}" dt="2025-08-29T12:33:49.325" v="236" actId="20577"/>
          <ac:graphicFrameMkLst>
            <pc:docMk/>
            <pc:sldMk cId="4212219609" sldId="3891"/>
            <ac:graphicFrameMk id="67" creationId="{83BFA58D-6180-4B4C-B228-A4B00ADD0108}"/>
          </ac:graphicFrameMkLst>
        </pc:graphicFrameChg>
      </pc:sldChg>
    </pc:docChg>
  </pc:docChgLst>
  <pc:docChgLst>
    <pc:chgData name="Rawat, Pragati" userId="9b4df913-7eb4-456c-8eee-342fbb4de8cb" providerId="ADAL" clId="{019D3F9E-7F62-45EC-8A47-17A261F23CBA}"/>
    <pc:docChg chg="custSel modSld">
      <pc:chgData name="Rawat, Pragati" userId="9b4df913-7eb4-456c-8eee-342fbb4de8cb" providerId="ADAL" clId="{019D3F9E-7F62-45EC-8A47-17A261F23CBA}" dt="2025-08-29T14:48:14.860" v="116" actId="20577"/>
      <pc:docMkLst>
        <pc:docMk/>
      </pc:docMkLst>
    </pc:docChg>
  </pc:docChgLst>
  <pc:docChgLst>
    <pc:chgData name="Kumar, M Pavan" userId="S::mpavkumar@deloitte.com::c57e25e4-4624-4003-81ff-e96fcf3c5b4e" providerId="AD" clId="Web-{23B060F6-0568-EC90-8D71-974C698F1742}"/>
    <pc:docChg chg="modSld">
      <pc:chgData name="Kumar, M Pavan" userId="S::mpavkumar@deloitte.com::c57e25e4-4624-4003-81ff-e96fcf3c5b4e" providerId="AD" clId="Web-{23B060F6-0568-EC90-8D71-974C698F1742}" dt="2025-08-29T10:53:10.133" v="19"/>
      <pc:docMkLst>
        <pc:docMk/>
      </pc:docMkLst>
    </pc:docChg>
  </pc:docChgLst>
  <pc:docChgLst>
    <pc:chgData name="Rawat, Pragati" userId="9b4df913-7eb4-456c-8eee-342fbb4de8cb" providerId="ADAL" clId="{BC1DC6D2-5522-4C94-BF43-15ED7545B0BD}"/>
    <pc:docChg chg="custSel modSld">
      <pc:chgData name="Rawat, Pragati" userId="9b4df913-7eb4-456c-8eee-342fbb4de8cb" providerId="ADAL" clId="{BC1DC6D2-5522-4C94-BF43-15ED7545B0BD}" dt="2025-09-12T14:56:09.873" v="100" actId="20577"/>
      <pc:docMkLst>
        <pc:docMk/>
      </pc:docMkLst>
      <pc:sldChg chg="modSp mod">
        <pc:chgData name="Rawat, Pragati" userId="9b4df913-7eb4-456c-8eee-342fbb4de8cb" providerId="ADAL" clId="{BC1DC6D2-5522-4C94-BF43-15ED7545B0BD}" dt="2025-09-12T14:56:09.873" v="100" actId="20577"/>
        <pc:sldMkLst>
          <pc:docMk/>
          <pc:sldMk cId="2075981210" sldId="3893"/>
        </pc:sldMkLst>
        <pc:graphicFrameChg chg="mod modGraphic">
          <ac:chgData name="Rawat, Pragati" userId="9b4df913-7eb4-456c-8eee-342fbb4de8cb" providerId="ADAL" clId="{BC1DC6D2-5522-4C94-BF43-15ED7545B0BD}" dt="2025-09-12T14:56:09.873" v="100" actId="20577"/>
          <ac:graphicFrameMkLst>
            <pc:docMk/>
            <pc:sldMk cId="2075981210" sldId="3893"/>
            <ac:graphicFrameMk id="67" creationId="{83BFA58D-6180-4B4C-B228-A4B00ADD0108}"/>
          </ac:graphicFrameMkLst>
        </pc:graphicFrameChg>
      </pc:sldChg>
    </pc:docChg>
  </pc:docChgLst>
  <pc:docChgLst>
    <pc:chgData name="G, Sruthi" userId="S::srug@deloitte.com::56ac5004-f0cc-4b36-97c8-fa21eef2ea62" providerId="AD" clId="Web-{C2C87B0B-F499-E678-BC24-012D161C1612}"/>
    <pc:docChg chg="modSld">
      <pc:chgData name="G, Sruthi" userId="S::srug@deloitte.com::56ac5004-f0cc-4b36-97c8-fa21eef2ea62" providerId="AD" clId="Web-{C2C87B0B-F499-E678-BC24-012D161C1612}" dt="2025-09-19T11:46:53.971" v="133"/>
      <pc:docMkLst>
        <pc:docMk/>
      </pc:docMkLst>
      <pc:sldChg chg="modSp">
        <pc:chgData name="G, Sruthi" userId="S::srug@deloitte.com::56ac5004-f0cc-4b36-97c8-fa21eef2ea62" providerId="AD" clId="Web-{C2C87B0B-F499-E678-BC24-012D161C1612}" dt="2025-09-19T11:46:53.971" v="133"/>
        <pc:sldMkLst>
          <pc:docMk/>
          <pc:sldMk cId="196803840" sldId="3888"/>
        </pc:sldMkLst>
        <pc:graphicFrameChg chg="mod modGraphic">
          <ac:chgData name="G, Sruthi" userId="S::srug@deloitte.com::56ac5004-f0cc-4b36-97c8-fa21eef2ea62" providerId="AD" clId="Web-{C2C87B0B-F499-E678-BC24-012D161C1612}" dt="2025-09-19T11:46:53.971" v="133"/>
          <ac:graphicFrameMkLst>
            <pc:docMk/>
            <pc:sldMk cId="196803840" sldId="3888"/>
            <ac:graphicFrameMk id="4" creationId="{CCD0D33A-8DEE-3B9D-AAFA-5A4F1BB92703}"/>
          </ac:graphicFrameMkLst>
        </pc:graphicFrameChg>
        <pc:graphicFrameChg chg="mod modGraphic">
          <ac:chgData name="G, Sruthi" userId="S::srug@deloitte.com::56ac5004-f0cc-4b36-97c8-fa21eef2ea62" providerId="AD" clId="Web-{C2C87B0B-F499-E678-BC24-012D161C1612}" dt="2025-09-19T11:45:55.591" v="115"/>
          <ac:graphicFrameMkLst>
            <pc:docMk/>
            <pc:sldMk cId="196803840" sldId="3888"/>
            <ac:graphicFrameMk id="67" creationId="{83BFA58D-6180-4B4C-B228-A4B00ADD0108}"/>
          </ac:graphicFrameMkLst>
        </pc:graphicFrameChg>
      </pc:sldChg>
    </pc:docChg>
  </pc:docChgLst>
  <pc:docChgLst>
    <pc:chgData name="Rai, Friendsis" userId="S::frai@deloitte.com::2f09c4d3-edc4-4ad0-a87b-717825d45309" providerId="AD" clId="Web-{58DCEF05-6ECF-268E-9AAF-F5E8B7F4FEE6}"/>
    <pc:docChg chg="modSld">
      <pc:chgData name="Rai, Friendsis" userId="S::frai@deloitte.com::2f09c4d3-edc4-4ad0-a87b-717825d45309" providerId="AD" clId="Web-{58DCEF05-6ECF-268E-9AAF-F5E8B7F4FEE6}" dt="2025-09-05T17:02:15.905" v="1783"/>
      <pc:docMkLst>
        <pc:docMk/>
      </pc:docMkLst>
    </pc:docChg>
  </pc:docChgLst>
  <pc:docChgLst>
    <pc:chgData name="M Babu, Robin" userId="S::rmbabu@deloitte.com::f97f98bb-6ecc-4aac-9112-342c18af1d5e" providerId="AD" clId="Web-{9A3B3378-AFD1-C8C0-9DED-5B9B9C87F0DB}"/>
    <pc:docChg chg="modSld">
      <pc:chgData name="M Babu, Robin" userId="S::rmbabu@deloitte.com::f97f98bb-6ecc-4aac-9112-342c18af1d5e" providerId="AD" clId="Web-{9A3B3378-AFD1-C8C0-9DED-5B9B9C87F0DB}" dt="2025-09-19T14:08:01.779" v="9"/>
      <pc:docMkLst>
        <pc:docMk/>
      </pc:docMkLst>
      <pc:sldChg chg="modSp">
        <pc:chgData name="M Babu, Robin" userId="S::rmbabu@deloitte.com::f97f98bb-6ecc-4aac-9112-342c18af1d5e" providerId="AD" clId="Web-{9A3B3378-AFD1-C8C0-9DED-5B9B9C87F0DB}" dt="2025-09-19T14:08:01.779" v="9"/>
        <pc:sldMkLst>
          <pc:docMk/>
          <pc:sldMk cId="1767971940" sldId="3886"/>
        </pc:sldMkLst>
        <pc:graphicFrameChg chg="mod modGraphic">
          <ac:chgData name="M Babu, Robin" userId="S::rmbabu@deloitte.com::f97f98bb-6ecc-4aac-9112-342c18af1d5e" providerId="AD" clId="Web-{9A3B3378-AFD1-C8C0-9DED-5B9B9C87F0DB}" dt="2025-09-19T14:08:01.779" v="9"/>
          <ac:graphicFrameMkLst>
            <pc:docMk/>
            <pc:sldMk cId="1767971940" sldId="3886"/>
            <ac:graphicFrameMk id="67" creationId="{83BFA58D-6180-4B4C-B228-A4B00ADD0108}"/>
          </ac:graphicFrameMkLst>
        </pc:graphicFrameChg>
      </pc:sldChg>
    </pc:docChg>
  </pc:docChgLst>
  <pc:docChgLst>
    <pc:chgData name="Priyanka Pravallika, Adari" userId="S::apriyankapravalli@deloitte.com::3e98232f-5852-4827-a166-c8c4c369b4ab" providerId="AD" clId="Web-{200A9CA2-8361-BE8E-F620-9B66AA10702A}"/>
    <pc:docChg chg="modSld">
      <pc:chgData name="Priyanka Pravallika, Adari" userId="S::apriyankapravalli@deloitte.com::3e98232f-5852-4827-a166-c8c4c369b4ab" providerId="AD" clId="Web-{200A9CA2-8361-BE8E-F620-9B66AA10702A}" dt="2025-09-05T15:11:34.516" v="249"/>
      <pc:docMkLst>
        <pc:docMk/>
      </pc:docMkLst>
      <pc:sldChg chg="modSp">
        <pc:chgData name="Priyanka Pravallika, Adari" userId="S::apriyankapravalli@deloitte.com::3e98232f-5852-4827-a166-c8c4c369b4ab" providerId="AD" clId="Web-{200A9CA2-8361-BE8E-F620-9B66AA10702A}" dt="2025-09-05T15:11:34.516" v="249"/>
        <pc:sldMkLst>
          <pc:docMk/>
          <pc:sldMk cId="196803840" sldId="3888"/>
        </pc:sldMkLst>
        <pc:graphicFrameChg chg="mod modGraphic">
          <ac:chgData name="Priyanka Pravallika, Adari" userId="S::apriyankapravalli@deloitte.com::3e98232f-5852-4827-a166-c8c4c369b4ab" providerId="AD" clId="Web-{200A9CA2-8361-BE8E-F620-9B66AA10702A}" dt="2025-09-05T15:10:16.045" v="219"/>
          <ac:graphicFrameMkLst>
            <pc:docMk/>
            <pc:sldMk cId="196803840" sldId="3888"/>
            <ac:graphicFrameMk id="3" creationId="{48106A3D-C011-2028-4E94-1FC5DD665B85}"/>
          </ac:graphicFrameMkLst>
        </pc:graphicFrameChg>
        <pc:graphicFrameChg chg="mod modGraphic">
          <ac:chgData name="Priyanka Pravallika, Adari" userId="S::apriyankapravalli@deloitte.com::3e98232f-5852-4827-a166-c8c4c369b4ab" providerId="AD" clId="Web-{200A9CA2-8361-BE8E-F620-9B66AA10702A}" dt="2025-09-05T15:11:34.516" v="249"/>
          <ac:graphicFrameMkLst>
            <pc:docMk/>
            <pc:sldMk cId="196803840" sldId="3888"/>
            <ac:graphicFrameMk id="4" creationId="{CCD0D33A-8DEE-3B9D-AAFA-5A4F1BB92703}"/>
          </ac:graphicFrameMkLst>
        </pc:graphicFrameChg>
        <pc:graphicFrameChg chg="mod modGraphic">
          <ac:chgData name="Priyanka Pravallika, Adari" userId="S::apriyankapravalli@deloitte.com::3e98232f-5852-4827-a166-c8c4c369b4ab" providerId="AD" clId="Web-{200A9CA2-8361-BE8E-F620-9B66AA10702A}" dt="2025-09-05T15:09:20.667" v="207"/>
          <ac:graphicFrameMkLst>
            <pc:docMk/>
            <pc:sldMk cId="196803840" sldId="3888"/>
            <ac:graphicFrameMk id="67" creationId="{83BFA58D-6180-4B4C-B228-A4B00ADD0108}"/>
          </ac:graphicFrameMkLst>
        </pc:graphicFrameChg>
      </pc:sldChg>
    </pc:docChg>
  </pc:docChgLst>
  <pc:docChgLst>
    <pc:chgData name="TANUJA, SUNKARA" userId="S::stanuja@deloitte.com::7a949c8b-5f14-454b-b49f-415049cd8c52" providerId="AD" clId="Web-{F8A60EF5-365B-5BD0-B269-680BA9533273}"/>
    <pc:docChg chg="modSld">
      <pc:chgData name="TANUJA, SUNKARA" userId="S::stanuja@deloitte.com::7a949c8b-5f14-454b-b49f-415049cd8c52" providerId="AD" clId="Web-{F8A60EF5-365B-5BD0-B269-680BA9533273}" dt="2025-09-19T14:03:37.836" v="9"/>
      <pc:docMkLst>
        <pc:docMk/>
      </pc:docMkLst>
      <pc:sldChg chg="modSp">
        <pc:chgData name="TANUJA, SUNKARA" userId="S::stanuja@deloitte.com::7a949c8b-5f14-454b-b49f-415049cd8c52" providerId="AD" clId="Web-{F8A60EF5-365B-5BD0-B269-680BA9533273}" dt="2025-09-19T14:03:37.836" v="9"/>
        <pc:sldMkLst>
          <pc:docMk/>
          <pc:sldMk cId="4212219609" sldId="3891"/>
        </pc:sldMkLst>
        <pc:graphicFrameChg chg="mod modGraphic">
          <ac:chgData name="TANUJA, SUNKARA" userId="S::stanuja@deloitte.com::7a949c8b-5f14-454b-b49f-415049cd8c52" providerId="AD" clId="Web-{F8A60EF5-365B-5BD0-B269-680BA9533273}" dt="2025-09-19T14:03:37.836" v="9"/>
          <ac:graphicFrameMkLst>
            <pc:docMk/>
            <pc:sldMk cId="4212219609" sldId="3891"/>
            <ac:graphicFrameMk id="67" creationId="{83BFA58D-6180-4B4C-B228-A4B00ADD0108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https://amedeloitte.sharepoint.com/sites/CHRISTUSHealthPodEngagement/Shared%20Documents/General/Project%20Management/Work%20Packet%20Dashboard%20Master%20&amp;%20Work%20Packet%20Templates/CHRISTUS%20Health_Deloitte%20Work%20Packet%20Dashboard_Master_October%20202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https://amedeloitte.sharepoint.com/sites/CHRISTUSHealthPodEngagement/Shared%20Documents/General/Project%20Management/Work%20Packet%20Dashboard%20Master%20&amp;%20Work%20Packet%20Templates/CHRISTUS%20Health_Deloitte%20Work%20Packet%20Dashboard_Master_October%20202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../embeddings/oleObject2.bin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../embeddings/oleObject3.bin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oleObject" Target="../embeddings/oleObject4.bin"/><Relationship Id="rId1" Type="http://schemas.openxmlformats.org/officeDocument/2006/relationships/themeOverride" Target="../theme/themeOverrid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https://amedeloitte.sharepoint.com/sites/CHRISTUSHealthPodEngagement/Shared%20Documents/General/Project%20Management/Work%20Packet%20Dashboard%20Master%20&amp;%20Work%20Packet%20Templates/CHRISTUS%20Health_Deloitte%20Work%20Packet%20Dashboard_Master_October%20202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oleObject" Target="https://amedeloitte.sharepoint.com/sites/CHRISTUSHealthPodEngagement/Shared%20Documents/General/Project%20Management/Work%20Packet%20Dashboard%20Master%20&amp;%20Work%20Packet%20Templates/CHRISTUS%20Health_Deloitte%20Work%20Packet%20Dashboard_Master_October%20202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oleObject" Target="../embeddings/oleObject5.bin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SER Utilized Hours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spPr>
            <a:solidFill>
              <a:srgbClr val="F79646">
                <a:lumMod val="60000"/>
                <a:lumOff val="40000"/>
              </a:srgbClr>
            </a:solidFill>
          </c:spPr>
          <c:dPt>
            <c:idx val="0"/>
            <c:bubble3D val="0"/>
            <c:spPr>
              <a:solidFill>
                <a:srgbClr val="F79646">
                  <a:lumMod val="60000"/>
                  <a:lumOff val="40000"/>
                </a:srgbClr>
              </a:soli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8092-48D3-9C2D-AE5687D73B7F}"/>
              </c:ext>
            </c:extLst>
          </c:dPt>
          <c:dPt>
            <c:idx val="1"/>
            <c:bubble3D val="0"/>
            <c:spPr>
              <a:solidFill>
                <a:srgbClr val="F79646">
                  <a:lumMod val="60000"/>
                  <a:lumOff val="40000"/>
                </a:srgbClr>
              </a:solidFill>
              <a:ln w="9525" cap="flat" cmpd="sng" algn="ctr">
                <a:solidFill>
                  <a:schemeClr val="accent2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8092-48D3-9C2D-AE5687D73B7F}"/>
              </c:ext>
            </c:extLst>
          </c:dPt>
          <c:dLbls>
            <c:delete val="1"/>
          </c:dLbls>
          <c:cat>
            <c:strRef>
              <c:f>'[CHRISTUS Health_Deloitte Work Packet Dashboard_Master_October 2022 Refresh.xlsx]Utilized Hours'!$B$30:$B$31</c:f>
              <c:strCache>
                <c:ptCount val="2"/>
                <c:pt idx="0">
                  <c:v>Available Hours</c:v>
                </c:pt>
                <c:pt idx="1">
                  <c:v>Utilized Hours</c:v>
                </c:pt>
              </c:strCache>
            </c:strRef>
          </c:cat>
          <c:val>
            <c:numRef>
              <c:f>'[CHRISTUS Health_Deloitte Work Packet Dashboard_Master_October 2022 Refresh.xlsx]Utilized Hours'!$C$30:$C$31</c:f>
              <c:numCache>
                <c:formatCode>General</c:formatCode>
                <c:ptCount val="2"/>
                <c:pt idx="0">
                  <c:v>0</c:v>
                </c:pt>
                <c:pt idx="1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3C7-4617-AC3F-D8E9D318EF44}"/>
            </c:ext>
          </c:extLst>
        </c:ser>
        <c:dLbls>
          <c:dLblPos val="in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Cogito Utilized Hours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spPr>
            <a:solidFill>
              <a:srgbClr val="F79646">
                <a:lumMod val="60000"/>
                <a:lumOff val="40000"/>
              </a:srgbClr>
            </a:solidFill>
          </c:spPr>
          <c:dPt>
            <c:idx val="0"/>
            <c:bubble3D val="0"/>
            <c:spPr>
              <a:solidFill>
                <a:srgbClr val="F79646">
                  <a:lumMod val="60000"/>
                  <a:lumOff val="40000"/>
                </a:srgbClr>
              </a:soli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C169-4707-9BEC-8BCF4A20C9F2}"/>
              </c:ext>
            </c:extLst>
          </c:dPt>
          <c:dPt>
            <c:idx val="1"/>
            <c:bubble3D val="0"/>
            <c:spPr>
              <a:solidFill>
                <a:srgbClr val="F79646">
                  <a:lumMod val="60000"/>
                  <a:lumOff val="40000"/>
                </a:srgbClr>
              </a:solidFill>
              <a:ln w="9525" cap="flat" cmpd="sng" algn="ctr">
                <a:solidFill>
                  <a:schemeClr val="accent2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C169-4707-9BEC-8BCF4A20C9F2}"/>
              </c:ext>
            </c:extLst>
          </c:dPt>
          <c:dLbls>
            <c:delete val="1"/>
          </c:dLbls>
          <c:cat>
            <c:strRef>
              <c:f>'[CHRISTUS Health_Deloitte Work Packet Dashboard_Master_October 2022 Refresh.xlsx]Utilized Hours'!$B$36:$B$37</c:f>
              <c:strCache>
                <c:ptCount val="2"/>
                <c:pt idx="0">
                  <c:v>Available Hours</c:v>
                </c:pt>
                <c:pt idx="1">
                  <c:v>Utilized Hours</c:v>
                </c:pt>
              </c:strCache>
            </c:strRef>
          </c:cat>
          <c:val>
            <c:numRef>
              <c:f>'[CHRISTUS Health_Deloitte Work Packet Dashboard_Master_October 2022 Refresh.xlsx]Utilized Hours'!$C$36:$C$37</c:f>
              <c:numCache>
                <c:formatCode>General</c:formatCode>
                <c:ptCount val="2"/>
                <c:pt idx="0">
                  <c:v>0</c:v>
                </c:pt>
                <c:pt idx="1">
                  <c:v>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E14-46BE-9CA6-5FFA15682A50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MyChart Utilized Hours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spPr>
            <a:solidFill>
              <a:srgbClr val="F79646">
                <a:lumMod val="60000"/>
                <a:lumOff val="40000"/>
              </a:srgbClr>
            </a:solidFill>
          </c:spPr>
          <c:dPt>
            <c:idx val="0"/>
            <c:bubble3D val="0"/>
            <c:spPr>
              <a:solidFill>
                <a:srgbClr val="F79646">
                  <a:lumMod val="60000"/>
                  <a:lumOff val="40000"/>
                </a:srgbClr>
              </a:soli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581E-4CE3-B63C-1D5CE92DCAB9}"/>
              </c:ext>
            </c:extLst>
          </c:dPt>
          <c:dPt>
            <c:idx val="1"/>
            <c:bubble3D val="0"/>
            <c:spPr>
              <a:solidFill>
                <a:srgbClr val="F79646">
                  <a:lumMod val="60000"/>
                  <a:lumOff val="40000"/>
                </a:srgbClr>
              </a:solidFill>
              <a:ln w="9525" cap="flat" cmpd="sng" algn="ctr">
                <a:solidFill>
                  <a:schemeClr val="accent2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581E-4CE3-B63C-1D5CE92DCAB9}"/>
              </c:ext>
            </c:extLst>
          </c:dPt>
          <c:dLbls>
            <c:delete val="1"/>
          </c:dLbls>
          <c:cat>
            <c:strRef>
              <c:f>'[CHRISTUS Health_Deloitte Work Packet Dashboard_Master_October 2022 Refresh.xlsx]Utilized Hours'!$B$36:$B$37</c:f>
              <c:strCache>
                <c:ptCount val="2"/>
                <c:pt idx="0">
                  <c:v>Available Hours</c:v>
                </c:pt>
                <c:pt idx="1">
                  <c:v>Utilized Hours</c:v>
                </c:pt>
              </c:strCache>
            </c:strRef>
          </c:cat>
          <c:val>
            <c:numRef>
              <c:f>'[CHRISTUS Health_Deloitte Work Packet Dashboard_Master_October 2022 Refresh.xlsx]Utilized Hours'!$C$36:$C$37</c:f>
              <c:numCache>
                <c:formatCode>General</c:formatCode>
                <c:ptCount val="2"/>
                <c:pt idx="0">
                  <c:v>0</c:v>
                </c:pt>
                <c:pt idx="1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81E-4CE3-B63C-1D5CE92DCAB9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Bridges Utilized Hours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spPr>
            <a:solidFill>
              <a:srgbClr val="F79646">
                <a:lumMod val="60000"/>
                <a:lumOff val="40000"/>
              </a:srgbClr>
            </a:solidFill>
          </c:spPr>
          <c:dPt>
            <c:idx val="0"/>
            <c:bubble3D val="0"/>
            <c:spPr>
              <a:solidFill>
                <a:srgbClr val="F79646">
                  <a:lumMod val="60000"/>
                  <a:lumOff val="40000"/>
                </a:srgbClr>
              </a:soli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6E6E-484B-B141-E077AC49C950}"/>
              </c:ext>
            </c:extLst>
          </c:dPt>
          <c:dPt>
            <c:idx val="1"/>
            <c:bubble3D val="0"/>
            <c:spPr>
              <a:solidFill>
                <a:srgbClr val="F79646">
                  <a:lumMod val="60000"/>
                  <a:lumOff val="40000"/>
                </a:srgbClr>
              </a:solidFill>
              <a:ln w="9525" cap="flat" cmpd="sng" algn="ctr">
                <a:solidFill>
                  <a:schemeClr val="accent2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6E6E-484B-B141-E077AC49C950}"/>
              </c:ext>
            </c:extLst>
          </c:dPt>
          <c:dLbls>
            <c:delete val="1"/>
          </c:dLbls>
          <c:cat>
            <c:strRef>
              <c:f>'[CHRISTUS Health_Deloitte Work Packet Dashboard_Master_October 2022 Refresh.xlsx]Utilized Hours'!$B$30:$B$31</c:f>
              <c:strCache>
                <c:ptCount val="2"/>
                <c:pt idx="0">
                  <c:v>Available Hours</c:v>
                </c:pt>
                <c:pt idx="1">
                  <c:v>Utilized Hours</c:v>
                </c:pt>
              </c:strCache>
            </c:strRef>
          </c:cat>
          <c:val>
            <c:numRef>
              <c:f>'[CHRISTUS Health_Deloitte Work Packet Dashboard_Master_October 2022 Refresh.xlsx]Utilized Hours'!$C$30:$C$31</c:f>
              <c:numCache>
                <c:formatCode>General</c:formatCode>
                <c:ptCount val="2"/>
                <c:pt idx="0">
                  <c:v>0</c:v>
                </c:pt>
                <c:pt idx="1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E6E-484B-B141-E077AC49C950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CareLink Utilized Hours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spPr>
            <a:solidFill>
              <a:srgbClr val="F79646">
                <a:lumMod val="60000"/>
                <a:lumOff val="40000"/>
              </a:srgbClr>
            </a:solidFill>
          </c:spPr>
          <c:dPt>
            <c:idx val="0"/>
            <c:bubble3D val="0"/>
            <c:spPr>
              <a:solidFill>
                <a:srgbClr val="F79646">
                  <a:lumMod val="60000"/>
                  <a:lumOff val="40000"/>
                </a:srgbClr>
              </a:soli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94AB-4214-BD31-7C67891A02C6}"/>
              </c:ext>
            </c:extLst>
          </c:dPt>
          <c:dPt>
            <c:idx val="1"/>
            <c:bubble3D val="0"/>
            <c:spPr>
              <a:solidFill>
                <a:srgbClr val="F79646">
                  <a:lumMod val="60000"/>
                  <a:lumOff val="40000"/>
                </a:srgbClr>
              </a:solidFill>
              <a:ln w="9525" cap="flat" cmpd="sng" algn="ctr">
                <a:solidFill>
                  <a:schemeClr val="accent2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94AB-4214-BD31-7C67891A02C6}"/>
              </c:ext>
            </c:extLst>
          </c:dPt>
          <c:cat>
            <c:strRef>
              <c:f>'[CHRISTUS Health_Deloitte Work Packet Dashboard_Master_October 2022 Refresh.xlsx]Utilized Hours'!$B$32:$B$33</c:f>
              <c:strCache>
                <c:ptCount val="2"/>
                <c:pt idx="0">
                  <c:v>Available Hours</c:v>
                </c:pt>
                <c:pt idx="1">
                  <c:v>Utilized Hours</c:v>
                </c:pt>
              </c:strCache>
            </c:strRef>
          </c:cat>
          <c:val>
            <c:numRef>
              <c:f>'[CHRISTUS Health_Deloitte Work Packet Dashboard_Master_October 2022 Refresh.xlsx]Utilized Hours'!$C$32:$C$33</c:f>
              <c:numCache>
                <c:formatCode>General</c:formatCode>
                <c:ptCount val="2"/>
                <c:pt idx="0">
                  <c:v>0</c:v>
                </c:pt>
                <c:pt idx="1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4AB-4214-BD31-7C67891A02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2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Clarity Utilized Hours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spPr>
            <a:solidFill>
              <a:srgbClr val="F79646">
                <a:lumMod val="60000"/>
                <a:lumOff val="40000"/>
              </a:srgbClr>
            </a:solidFill>
          </c:spPr>
          <c:dPt>
            <c:idx val="0"/>
            <c:bubble3D val="0"/>
            <c:spPr>
              <a:solidFill>
                <a:srgbClr val="F79646">
                  <a:lumMod val="60000"/>
                  <a:lumOff val="40000"/>
                </a:srgbClr>
              </a:soli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4875-4721-A36A-FD876A766CD5}"/>
              </c:ext>
            </c:extLst>
          </c:dPt>
          <c:dPt>
            <c:idx val="1"/>
            <c:bubble3D val="0"/>
            <c:spPr>
              <a:solidFill>
                <a:srgbClr val="F79646">
                  <a:lumMod val="60000"/>
                  <a:lumOff val="40000"/>
                </a:srgbClr>
              </a:solidFill>
              <a:ln w="9525" cap="flat" cmpd="sng" algn="ctr">
                <a:solidFill>
                  <a:schemeClr val="accent2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4875-4721-A36A-FD876A766CD5}"/>
              </c:ext>
            </c:extLst>
          </c:dPt>
          <c:dLbls>
            <c:delete val="1"/>
          </c:dLbls>
          <c:cat>
            <c:strRef>
              <c:f>'[CHRISTUS Health_Deloitte Work Packet Dashboard_Master_October 2022 Refresh.xlsx]Utilized Hours'!$B$36:$B$37</c:f>
              <c:strCache>
                <c:ptCount val="2"/>
                <c:pt idx="0">
                  <c:v>Available Hours</c:v>
                </c:pt>
                <c:pt idx="1">
                  <c:v>Utilized Hours</c:v>
                </c:pt>
              </c:strCache>
            </c:strRef>
          </c:cat>
          <c:val>
            <c:numRef>
              <c:f>'[CHRISTUS Health_Deloitte Work Packet Dashboard_Master_October 2022 Refresh.xlsx]Utilized Hours'!$C$36:$C$37</c:f>
              <c:numCache>
                <c:formatCode>General</c:formatCode>
                <c:ptCount val="2"/>
                <c:pt idx="0">
                  <c:v>0</c:v>
                </c:pt>
                <c:pt idx="1">
                  <c:v>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875-4721-A36A-FD876A766CD5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QA Utilized Hours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spPr>
            <a:solidFill>
              <a:srgbClr val="F79646">
                <a:lumMod val="60000"/>
                <a:lumOff val="40000"/>
              </a:srgbClr>
            </a:solidFill>
          </c:spPr>
          <c:dPt>
            <c:idx val="0"/>
            <c:bubble3D val="0"/>
            <c:spPr>
              <a:solidFill>
                <a:srgbClr val="F79646">
                  <a:lumMod val="60000"/>
                  <a:lumOff val="40000"/>
                </a:srgbClr>
              </a:soli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8092-48D3-9C2D-AE5687D73B7F}"/>
              </c:ext>
            </c:extLst>
          </c:dPt>
          <c:dPt>
            <c:idx val="1"/>
            <c:bubble3D val="0"/>
            <c:spPr>
              <a:solidFill>
                <a:srgbClr val="F79646">
                  <a:lumMod val="60000"/>
                  <a:lumOff val="40000"/>
                </a:srgbClr>
              </a:solidFill>
              <a:ln w="9525" cap="flat" cmpd="sng" algn="ctr">
                <a:solidFill>
                  <a:schemeClr val="accent2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8092-48D3-9C2D-AE5687D73B7F}"/>
              </c:ext>
            </c:extLst>
          </c:dPt>
          <c:dLbls>
            <c:delete val="1"/>
          </c:dLbls>
          <c:cat>
            <c:strRef>
              <c:f>'[CHRISTUS Health_Deloitte Work Packet Dashboard_Master_October 2022 Refresh.xlsx]Utilized Hours'!$B$30:$B$31</c:f>
              <c:strCache>
                <c:ptCount val="2"/>
                <c:pt idx="0">
                  <c:v>Available Hours</c:v>
                </c:pt>
                <c:pt idx="1">
                  <c:v>Utilized Hours</c:v>
                </c:pt>
              </c:strCache>
            </c:strRef>
          </c:cat>
          <c:val>
            <c:numRef>
              <c:f>'[CHRISTUS Health_Deloitte Work Packet Dashboard_Master_October 2022 Refresh.xlsx]Utilized Hours'!$C$30:$C$31</c:f>
              <c:numCache>
                <c:formatCode>General</c:formatCode>
                <c:ptCount val="2"/>
                <c:pt idx="0">
                  <c:v>0</c:v>
                </c:pt>
                <c:pt idx="1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3C7-4617-AC3F-D8E9D318EF44}"/>
            </c:ext>
          </c:extLst>
        </c:ser>
        <c:dLbls>
          <c:dLblPos val="in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EC-DC Utilized Hours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F5AE67"/>
              </a:soli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6E6E-484B-B141-E077AC49C950}"/>
              </c:ext>
            </c:extLst>
          </c:dPt>
          <c:dPt>
            <c:idx val="1"/>
            <c:bubble3D val="0"/>
            <c:spPr>
              <a:solidFill>
                <a:srgbClr val="F79646">
                  <a:lumMod val="60000"/>
                  <a:lumOff val="40000"/>
                </a:srgbClr>
              </a:solidFill>
              <a:ln w="9525" cap="flat" cmpd="sng" algn="ctr">
                <a:solidFill>
                  <a:schemeClr val="accent2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6E6E-484B-B141-E077AC49C950}"/>
              </c:ext>
            </c:extLst>
          </c:dPt>
          <c:dLbls>
            <c:delete val="1"/>
          </c:dLbls>
          <c:cat>
            <c:strRef>
              <c:f>'[CHRISTUS Health_Deloitte Work Packet Dashboard_Master_October 2022 Refresh.xlsx]Utilized Hours'!$B$30:$B$31</c:f>
              <c:strCache>
                <c:ptCount val="2"/>
                <c:pt idx="0">
                  <c:v>Available Hours</c:v>
                </c:pt>
                <c:pt idx="1">
                  <c:v>Utilized Hours</c:v>
                </c:pt>
              </c:strCache>
            </c:strRef>
          </c:cat>
          <c:val>
            <c:numRef>
              <c:f>'[CHRISTUS Health_Deloitte Work Packet Dashboard_Master_October 2022 Refresh.xlsx]Utilized Hours'!$C$30:$C$31</c:f>
              <c:numCache>
                <c:formatCode>General</c:formatCode>
                <c:ptCount val="2"/>
                <c:pt idx="0">
                  <c:v>0</c:v>
                </c:pt>
                <c:pt idx="1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E6E-484B-B141-E077AC49C950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r>
              <a:rPr lang="en-US" sz="1400">
                <a:solidFill>
                  <a:schemeClr val="tx1">
                    <a:lumMod val="50000"/>
                  </a:schemeClr>
                </a:solidFill>
                <a:latin typeface="+mj-lt"/>
              </a:rPr>
              <a:t>Test Automation Utilized Hours</a:t>
            </a:r>
          </a:p>
        </c:rich>
      </c:tx>
      <c:layout>
        <c:manualLayout>
          <c:xMode val="edge"/>
          <c:yMode val="edge"/>
          <c:x val="0.20956373492878577"/>
          <c:y val="7.62242088087176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Utilization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 w="9525">
              <a:solidFill>
                <a:srgbClr val="E87A30"/>
              </a:solidFill>
            </a:ln>
          </c:spPr>
          <c:dPt>
            <c:idx val="0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 w="9525">
                <a:solidFill>
                  <a:srgbClr val="426FC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CF2-421C-BEEE-F9F4D6BB4B2F}"/>
              </c:ext>
            </c:extLst>
          </c:dPt>
          <c:dPt>
            <c:idx val="1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 w="9525">
                <a:solidFill>
                  <a:srgbClr val="E87A3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CF2-421C-BEEE-F9F4D6BB4B2F}"/>
              </c:ext>
            </c:extLst>
          </c:dPt>
          <c:cat>
            <c:strRef>
              <c:f>Sheet1!$A$2:$A$3</c:f>
              <c:strCache>
                <c:ptCount val="2"/>
                <c:pt idx="0">
                  <c:v>Avaliable Hours</c:v>
                </c:pt>
                <c:pt idx="1">
                  <c:v>Utilized Hours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 formatCode="0%">
                  <c:v>0</c:v>
                </c:pt>
                <c:pt idx="1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51-4846-BCAD-BA5585478B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4770630197716881"/>
          <c:y val="0.87060210322798526"/>
          <c:w val="0.50193509323980923"/>
          <c:h val="8.575283510042790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4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/>
    <cs:fillRef idx="2">
      <cs:styleClr val="auto"/>
    </cs:fillRef>
    <cs:effectRef idx="1"/>
    <cs:fontRef idx="minor">
      <a:schemeClr val="dk1"/>
    </cs:fontRef>
    <cs:spPr/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4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/>
    <cs:fillRef idx="2">
      <cs:styleClr val="auto"/>
    </cs:fillRef>
    <cs:effectRef idx="1"/>
    <cs:fontRef idx="minor">
      <a:schemeClr val="dk1"/>
    </cs:fontRef>
    <cs:spPr/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4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/>
    <cs:fillRef idx="2">
      <cs:styleClr val="auto"/>
    </cs:fillRef>
    <cs:effectRef idx="1"/>
    <cs:fontRef idx="minor">
      <a:schemeClr val="dk1"/>
    </cs:fontRef>
    <cs:spPr/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54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/>
    <cs:fillRef idx="2">
      <cs:styleClr val="auto"/>
    </cs:fillRef>
    <cs:effectRef idx="1"/>
    <cs:fontRef idx="minor">
      <a:schemeClr val="dk1"/>
    </cs:fontRef>
    <cs:spPr/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54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/>
    <cs:fillRef idx="2">
      <cs:styleClr val="auto"/>
    </cs:fillRef>
    <cs:effectRef idx="1"/>
    <cs:fontRef idx="minor">
      <a:schemeClr val="dk1"/>
    </cs:fontRef>
    <cs:spPr/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54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/>
    <cs:fillRef idx="2">
      <cs:styleClr val="auto"/>
    </cs:fillRef>
    <cs:effectRef idx="1"/>
    <cs:fontRef idx="minor">
      <a:schemeClr val="dk1"/>
    </cs:fontRef>
    <cs:spPr/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54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/>
    <cs:fillRef idx="2">
      <cs:styleClr val="auto"/>
    </cs:fillRef>
    <cs:effectRef idx="1"/>
    <cs:fontRef idx="minor">
      <a:schemeClr val="dk1"/>
    </cs:fontRef>
    <cs:spPr/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A21943-350D-4AAA-BB44-C822C3A3790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221FB3-FA6F-4C75-AC59-A84E83583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637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221FB3-FA6F-4C75-AC59-A84E83583CA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9652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DD572C-0642-445C-95EA-9BF60C5DC72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6252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DD572C-0642-445C-95EA-9BF60C5DC72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8256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DD572C-0642-445C-95EA-9BF60C5DC72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6440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DD572C-0642-445C-95EA-9BF60C5DC72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4427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DD572C-0642-445C-95EA-9BF60C5DC72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6946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DD572C-0642-445C-95EA-9BF60C5DC72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2073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A108B-E3B9-7D98-0315-ADD8F229C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79B2DB-7A48-D686-ADC7-B8510894E7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309E52-26B9-2F1E-C713-EE407C0973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1470F-A6F0-7D55-30CA-7641072FD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DD572C-0642-445C-95EA-9BF60C5DC72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6484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DD572C-0642-445C-95EA-9BF60C5DC72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3879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DD572C-0642-445C-95EA-9BF60C5DC72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855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6ACBF05-30FA-4270-B2DB-C9096FC28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72435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6ACBF05-30FA-4270-B2DB-C9096FC28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8838D6-5A75-4EA7-B71D-A12B80DA3FAC}"/>
              </a:ext>
            </a:extLst>
          </p:cNvPr>
          <p:cNvSpPr txBox="1"/>
          <p:nvPr userDrawn="1"/>
        </p:nvSpPr>
        <p:spPr>
          <a:xfrm>
            <a:off x="9906000" y="5830955"/>
            <a:ext cx="2008094" cy="84951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9" name="Picture 2" descr="Free Download CHRISTUS Health Logo Vector from Tukuz.Com">
            <a:extLst>
              <a:ext uri="{FF2B5EF4-FFF2-40B4-BE49-F238E27FC236}">
                <a16:creationId xmlns:a16="http://schemas.microsoft.com/office/drawing/2014/main" id="{4088AA87-4578-46D4-A0EC-95736198BD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1677" y="5724931"/>
            <a:ext cx="1754841" cy="977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3674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PLACEHOL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"/>
            <a:ext cx="12192000" cy="591671"/>
          </a:xfrm>
          <a:solidFill>
            <a:srgbClr val="671E75"/>
          </a:solidFill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95D06988-DB0A-4A7A-8E6F-92124D93EB2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F8B0A0-9DB7-48FD-BC9C-515970487CB8}"/>
              </a:ext>
            </a:extLst>
          </p:cNvPr>
          <p:cNvSpPr txBox="1"/>
          <p:nvPr userDrawn="1"/>
        </p:nvSpPr>
        <p:spPr>
          <a:xfrm>
            <a:off x="9906000" y="5830955"/>
            <a:ext cx="2008094" cy="84951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10" name="Picture 2" descr="Free Download CHRISTUS Health Logo Vector from Tukuz.Com">
            <a:extLst>
              <a:ext uri="{FF2B5EF4-FFF2-40B4-BE49-F238E27FC236}">
                <a16:creationId xmlns:a16="http://schemas.microsoft.com/office/drawing/2014/main" id="{BCC3E8AE-4929-4431-B814-B87872AD103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1677" y="5724931"/>
            <a:ext cx="1754841" cy="977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257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6606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D06988-DB0A-4A7A-8E6F-92124D93EB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1101272" y="6211891"/>
            <a:ext cx="4876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solidFill>
                  <a:srgbClr val="FF0000"/>
                </a:solidFill>
              </a:rPr>
              <a:t>PLACEHOLDER</a:t>
            </a:r>
          </a:p>
        </p:txBody>
      </p:sp>
    </p:spTree>
    <p:extLst>
      <p:ext uri="{BB962C8B-B14F-4D97-AF65-F5344CB8AC3E}">
        <p14:creationId xmlns:p14="http://schemas.microsoft.com/office/powerpoint/2010/main" val="1314084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D06988-DB0A-4A7A-8E6F-92124D93EB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873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174875"/>
            <a:ext cx="10972800" cy="3951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D06988-DB0A-4A7A-8E6F-92124D93EB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609600" y="1535113"/>
            <a:ext cx="10972800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808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99191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0B6B38-3BC5-4791-ADCC-4C2C5F1AF8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463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On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10972800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808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A226F5-9DD4-461D-B923-E898C6CD8A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756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 with Two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808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808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A226F5-9DD4-461D-B923-E898C6CD8A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581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D06988-DB0A-4A7A-8E6F-92124D93EB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609600" y="1535113"/>
            <a:ext cx="10972800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808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98627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2F03C5-12A3-4E7B-BAFE-0B0A4C8D3E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3803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657680-CBF0-4A9F-B861-CAC730B26E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4244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698797-A166-4045-949B-5C34A4BA80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7978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535ADF-DDA2-4ADF-85C8-BB2F28B17E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6371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14CCB0-30CB-4BE9-9488-2BBFC27F32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4759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64202" y="6315346"/>
            <a:ext cx="876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E36D061-70AC-41EE-A47E-84FD7C99626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0522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mall Font Header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89600" y="6324603"/>
            <a:ext cx="862541" cy="365125"/>
          </a:xfrm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297459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1" y="651600"/>
            <a:ext cx="11162349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501651" y="317500"/>
            <a:ext cx="11162349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501651" y="1665289"/>
            <a:ext cx="11165416" cy="47139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93991181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1E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3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64202" y="6315346"/>
            <a:ext cx="876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E36D061-70AC-41EE-A47E-84FD7C99626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782EBE-76DF-450B-A1F1-B4311CCC9D01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9943259" y="5890835"/>
            <a:ext cx="1933575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579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</p:sldLayoutIdLst>
  <p:hf hdr="0" ftr="0" dt="0"/>
  <p:txStyles>
    <p:titleStyle>
      <a:lvl1pPr algn="ctr" defTabSz="457200" rtl="0" fontAlgn="base">
        <a:spcBef>
          <a:spcPct val="0"/>
        </a:spcBef>
        <a:spcAft>
          <a:spcPct val="0"/>
        </a:spcAft>
        <a:defRPr sz="3500" kern="1200">
          <a:solidFill>
            <a:schemeClr val="tx1"/>
          </a:solidFill>
          <a:latin typeface="Arial"/>
          <a:ea typeface="+mj-ea"/>
          <a:cs typeface="+mj-cs"/>
        </a:defRPr>
      </a:lvl1pPr>
      <a:lvl2pPr algn="ctr" defTabSz="457200" rtl="0" fontAlgn="base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Arial" charset="0"/>
        </a:defRPr>
      </a:lvl2pPr>
      <a:lvl3pPr algn="ctr" defTabSz="457200" rtl="0" fontAlgn="base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Arial" charset="0"/>
        </a:defRPr>
      </a:lvl3pPr>
      <a:lvl4pPr algn="ctr" defTabSz="457200" rtl="0" fontAlgn="base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Arial" charset="0"/>
        </a:defRPr>
      </a:lvl4pPr>
      <a:lvl5pPr algn="ctr" defTabSz="457200" rtl="0" fontAlgn="base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Arial" charset="0"/>
        </a:defRPr>
      </a:lvl9pPr>
    </p:titleStyle>
    <p:bodyStyle>
      <a:lvl1pPr marL="342900" indent="-342900" algn="l" defTabSz="457200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/>
          <a:ea typeface="+mn-ea"/>
          <a:cs typeface="+mn-cs"/>
        </a:defRPr>
      </a:lvl1pPr>
      <a:lvl2pPr marL="742950" indent="-285750" algn="l" defTabSz="457200" rtl="0" fontAlgn="base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Arial"/>
          <a:ea typeface="+mn-ea"/>
          <a:cs typeface="+mn-cs"/>
        </a:defRPr>
      </a:lvl2pPr>
      <a:lvl3pPr marL="1143000" indent="-228600" algn="l" defTabSz="457200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/>
          <a:ea typeface="+mn-ea"/>
          <a:cs typeface="+mn-cs"/>
        </a:defRPr>
      </a:lvl3pPr>
      <a:lvl4pPr marL="1600200" indent="-228600" algn="l" defTabSz="457200" rtl="0" fontAlgn="base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Arial"/>
          <a:ea typeface="+mn-ea"/>
          <a:cs typeface="+mn-cs"/>
        </a:defRPr>
      </a:lvl4pPr>
      <a:lvl5pPr marL="2057400" indent="-228600" algn="l" defTabSz="457200" rtl="0" fontAlgn="base">
        <a:spcBef>
          <a:spcPct val="20000"/>
        </a:spcBef>
        <a:spcAft>
          <a:spcPct val="0"/>
        </a:spcAft>
        <a:buFont typeface="Arial" charset="0"/>
        <a:buChar char="»"/>
        <a:defRPr sz="24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3" Type="http://schemas.openxmlformats.org/officeDocument/2006/relationships/slideLayout" Target="../slideLayouts/slideLayout3.xml"/><Relationship Id="rId7" Type="http://schemas.openxmlformats.org/officeDocument/2006/relationships/chart" Target="../charts/chart1.xml"/><Relationship Id="rId12" Type="http://schemas.openxmlformats.org/officeDocument/2006/relationships/chart" Target="../charts/chart6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3.emf"/><Relationship Id="rId11" Type="http://schemas.openxmlformats.org/officeDocument/2006/relationships/chart" Target="../charts/chart5.xml"/><Relationship Id="rId5" Type="http://schemas.openxmlformats.org/officeDocument/2006/relationships/oleObject" Target="../embeddings/oleObject1.bin"/><Relationship Id="rId10" Type="http://schemas.openxmlformats.org/officeDocument/2006/relationships/chart" Target="../charts/chart4.xml"/><Relationship Id="rId4" Type="http://schemas.openxmlformats.org/officeDocument/2006/relationships/notesSlide" Target="../notesSlides/notesSlide9.xml"/><Relationship Id="rId9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hart" Target="../charts/chart8.xml"/><Relationship Id="rId3" Type="http://schemas.openxmlformats.org/officeDocument/2006/relationships/slideLayout" Target="../slideLayouts/slideLayout3.xml"/><Relationship Id="rId7" Type="http://schemas.openxmlformats.org/officeDocument/2006/relationships/chart" Target="../charts/chart7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0.xml"/><Relationship Id="rId9" Type="http://schemas.openxmlformats.org/officeDocument/2006/relationships/chart" Target="../charts/char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1E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2209800" y="2130428"/>
            <a:ext cx="7772400" cy="1470025"/>
          </a:xfrm>
          <a:solidFill>
            <a:srgbClr val="671E75"/>
          </a:solidFill>
        </p:spPr>
        <p:txBody>
          <a:bodyPr/>
          <a:lstStyle/>
          <a:p>
            <a:pPr algn="l"/>
            <a:r>
              <a:rPr lang="en-US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Weekly CHRISTUS Health</a:t>
            </a:r>
            <a:br>
              <a:rPr lang="en-US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Deloitte Build Team Status Report</a:t>
            </a: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8C581739-8C99-4CB5-B972-57FE3B7C5090}"/>
              </a:ext>
            </a:extLst>
          </p:cNvPr>
          <p:cNvSpPr txBox="1">
            <a:spLocks/>
          </p:cNvSpPr>
          <p:nvPr/>
        </p:nvSpPr>
        <p:spPr bwMode="auto">
          <a:xfrm>
            <a:off x="2209800" y="3429003"/>
            <a:ext cx="7772400" cy="613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sz="3500" kern="1200">
                <a:solidFill>
                  <a:schemeClr val="tx1"/>
                </a:solidFill>
                <a:latin typeface="Arial"/>
                <a:ea typeface="+mj-ea"/>
                <a:cs typeface="+mj-cs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defRPr/>
            </a:pPr>
            <a:r>
              <a:rPr lang="en-US" sz="2400" b="1" dirty="0" err="1">
                <a:latin typeface="Open Sans"/>
                <a:ea typeface="Open Sans"/>
                <a:cs typeface="Open Sans"/>
              </a:rPr>
              <a:t>fancyDate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0395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8">
            <a:extLst>
              <a:ext uri="{FF2B5EF4-FFF2-40B4-BE49-F238E27FC236}">
                <a16:creationId xmlns:a16="http://schemas.microsoft.com/office/drawing/2014/main" id="{75F054CF-6AE0-8485-8FC4-40D3032C162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445692"/>
          </a:xfrm>
          <a:prstGeom prst="rect">
            <a:avLst/>
          </a:prstGeom>
          <a:solidFill>
            <a:srgbClr val="671E75"/>
          </a:solidFill>
        </p:spPr>
        <p:txBody>
          <a:bodyPr vert="horz" lIns="0" tIns="4572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kern="1200" spc="-75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Week Ending </a:t>
            </a:r>
            <a:r>
              <a:rPr lang="en-US" sz="2400" b="1" dirty="0" err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shortDate</a:t>
            </a:r>
            <a:r>
              <a:rPr lang="en-US" sz="2400" b="1" dirty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 - Work Packet Status Report</a:t>
            </a:r>
          </a:p>
        </p:txBody>
      </p:sp>
      <p:graphicFrame>
        <p:nvGraphicFramePr>
          <p:cNvPr id="29" name="Object 28" hidden="1">
            <a:extLst>
              <a:ext uri="{FF2B5EF4-FFF2-40B4-BE49-F238E27FC236}">
                <a16:creationId xmlns:a16="http://schemas.microsoft.com/office/drawing/2014/main" id="{3636E115-5E1B-4F14-AF9E-7710AEBB7D1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6" progId="TCLayout.ActiveDocument.1">
                  <p:embed/>
                </p:oleObj>
              </mc:Choice>
              <mc:Fallback>
                <p:oleObj name="think-cell Slide" r:id="rId5" imgW="395" imgH="396" progId="TCLayout.ActiveDocument.1">
                  <p:embed/>
                  <p:pic>
                    <p:nvPicPr>
                      <p:cNvPr id="29" name="Object 28" hidden="1">
                        <a:extLst>
                          <a:ext uri="{FF2B5EF4-FFF2-40B4-BE49-F238E27FC236}">
                            <a16:creationId xmlns:a16="http://schemas.microsoft.com/office/drawing/2014/main" id="{3636E115-5E1B-4F14-AF9E-7710AEBB7D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27" hidden="1">
            <a:extLst>
              <a:ext uri="{FF2B5EF4-FFF2-40B4-BE49-F238E27FC236}">
                <a16:creationId xmlns:a16="http://schemas.microsoft.com/office/drawing/2014/main" id="{3803FD3E-B1A5-4B86-827A-87806B3A1A9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endParaRPr lang="en-US" sz="3600">
              <a:latin typeface="Chronicle Display Black" pitchFamily="50" charset="0"/>
              <a:sym typeface="Chronicle Display Black" pitchFamily="50" charset="0"/>
            </a:endParaRPr>
          </a:p>
        </p:txBody>
      </p:sp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83BFA58D-6180-4B4C-B228-A4B00ADD0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6397751"/>
              </p:ext>
            </p:extLst>
          </p:nvPr>
        </p:nvGraphicFramePr>
        <p:xfrm>
          <a:off x="0" y="445691"/>
          <a:ext cx="12191998" cy="54870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5704">
                  <a:extLst>
                    <a:ext uri="{9D8B030D-6E8A-4147-A177-3AD203B41FA5}">
                      <a16:colId xmlns:a16="http://schemas.microsoft.com/office/drawing/2014/main" val="4130080455"/>
                    </a:ext>
                  </a:extLst>
                </a:gridCol>
                <a:gridCol w="1157801">
                  <a:extLst>
                    <a:ext uri="{9D8B030D-6E8A-4147-A177-3AD203B41FA5}">
                      <a16:colId xmlns:a16="http://schemas.microsoft.com/office/drawing/2014/main" val="3842842890"/>
                    </a:ext>
                  </a:extLst>
                </a:gridCol>
                <a:gridCol w="48583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10161">
                  <a:extLst>
                    <a:ext uri="{9D8B030D-6E8A-4147-A177-3AD203B41FA5}">
                      <a16:colId xmlns:a16="http://schemas.microsoft.com/office/drawing/2014/main" val="2455460313"/>
                    </a:ext>
                  </a:extLst>
                </a:gridCol>
              </a:tblGrid>
              <a:tr h="482360"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Item / Application</a:t>
                      </a:r>
                      <a:endParaRPr lang="en-US" sz="1200"/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WP Pipeline Status</a:t>
                      </a:r>
                      <a:endParaRPr lang="en-US" sz="1200"/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Overall Status</a:t>
                      </a:r>
                      <a:endParaRPr lang="en-US" sz="1200"/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Outstanding Items / Upcoming Activities</a:t>
                      </a:r>
                      <a:endParaRPr lang="en-US" sz="1200" dirty="0"/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46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r>
                        <a:rPr lang="en-US" sz="1100" b="1" kern="1200" baseline="0">
                          <a:solidFill>
                            <a:schemeClr val="bg1"/>
                          </a:solidFill>
                          <a:latin typeface="Open Sans"/>
                          <a:ea typeface="Open Sans"/>
                          <a:cs typeface="Open Sans"/>
                        </a:rPr>
                        <a:t>SER</a:t>
                      </a:r>
                      <a:endParaRPr lang="en-US" sz="1100"/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Open Sans"/>
                          <a:ea typeface="Open Sans"/>
                          <a:cs typeface="Open Sans"/>
                        </a:rPr>
                        <a:t>●</a:t>
                      </a:r>
                      <a:endParaRPr kumimoji="0" 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>
                        <a:lnSpc>
                          <a:spcPct val="100000"/>
                        </a:lnSpc>
                        <a:buClr>
                          <a:schemeClr val="bg1"/>
                        </a:buClr>
                        <a:buFont typeface="Arial" panose="020B0604020202020204" pitchFamily="34" charset="0"/>
                        <a:buNone/>
                      </a:pPr>
                      <a:endParaRPr lang="en-US" sz="1000" b="1" i="0" u="none" strike="noStrike" kern="1200" noProof="0" dirty="0">
                        <a:solidFill>
                          <a:schemeClr val="bg1"/>
                        </a:solidFill>
                        <a:effectLst/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8420" marR="0" lvl="0" indent="-5842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Tx/>
                        <a:buFont typeface="Arial"/>
                        <a:buChar char="•"/>
                      </a:pPr>
                      <a:endParaRPr lang="en-US" sz="1000" b="0" i="0" u="none" strike="noStrike" kern="1200" noProof="0" dirty="0">
                        <a:solidFill>
                          <a:schemeClr val="bg1"/>
                        </a:solidFill>
                        <a:effectLst/>
                        <a:latin typeface="Open Sans"/>
                        <a:ea typeface="+mn-ea"/>
                        <a:cs typeface="+mn-cs"/>
                      </a:endParaRPr>
                    </a:p>
                    <a:p>
                      <a:pPr marL="58420" marR="0" lvl="0" indent="-5842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Tx/>
                        <a:buFont typeface="Arial"/>
                        <a:buChar char="•"/>
                      </a:pPr>
                      <a:endParaRPr lang="en-US" sz="1000" b="0" i="0" u="none" strike="noStrike" kern="1200" noProof="0" dirty="0">
                        <a:solidFill>
                          <a:schemeClr val="bg1"/>
                        </a:solidFill>
                        <a:effectLst/>
                        <a:latin typeface="Open Sans"/>
                        <a:ea typeface="+mn-ea"/>
                        <a:cs typeface="+mn-c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1148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7971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8">
            <a:extLst>
              <a:ext uri="{FF2B5EF4-FFF2-40B4-BE49-F238E27FC236}">
                <a16:creationId xmlns:a16="http://schemas.microsoft.com/office/drawing/2014/main" id="{E90292FE-B6B7-40D4-B0C0-81963066012C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200234" cy="464218"/>
          </a:xfrm>
          <a:prstGeom prst="rect">
            <a:avLst/>
          </a:prstGeom>
          <a:solidFill>
            <a:srgbClr val="671E75"/>
          </a:solidFill>
        </p:spPr>
        <p:txBody>
          <a:bodyPr vert="horz" lIns="0" tIns="4572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kern="1200" spc="-75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Week Ending </a:t>
            </a:r>
            <a:r>
              <a:rPr lang="en-US" sz="2400" b="1" dirty="0" err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shortDate</a:t>
            </a:r>
            <a:r>
              <a:rPr lang="en-US" sz="2400" b="1" dirty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 - Work Packet Status Report</a:t>
            </a:r>
          </a:p>
        </p:txBody>
      </p:sp>
      <p:graphicFrame>
        <p:nvGraphicFramePr>
          <p:cNvPr id="29" name="Object 28" hidden="1">
            <a:extLst>
              <a:ext uri="{FF2B5EF4-FFF2-40B4-BE49-F238E27FC236}">
                <a16:creationId xmlns:a16="http://schemas.microsoft.com/office/drawing/2014/main" id="{3636E115-5E1B-4F14-AF9E-7710AEBB7D1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6" progId="TCLayout.ActiveDocument.1">
                  <p:embed/>
                </p:oleObj>
              </mc:Choice>
              <mc:Fallback>
                <p:oleObj name="think-cell Slide" r:id="rId5" imgW="395" imgH="396" progId="TCLayout.ActiveDocument.1">
                  <p:embed/>
                  <p:pic>
                    <p:nvPicPr>
                      <p:cNvPr id="29" name="Object 28" hidden="1">
                        <a:extLst>
                          <a:ext uri="{FF2B5EF4-FFF2-40B4-BE49-F238E27FC236}">
                            <a16:creationId xmlns:a16="http://schemas.microsoft.com/office/drawing/2014/main" id="{3636E115-5E1B-4F14-AF9E-7710AEBB7D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27" hidden="1">
            <a:extLst>
              <a:ext uri="{FF2B5EF4-FFF2-40B4-BE49-F238E27FC236}">
                <a16:creationId xmlns:a16="http://schemas.microsoft.com/office/drawing/2014/main" id="{3803FD3E-B1A5-4B86-827A-87806B3A1A9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endParaRPr lang="en-US" sz="3600">
              <a:latin typeface="Chronicle Display Black" pitchFamily="50" charset="0"/>
              <a:sym typeface="Chronicle Display Black" pitchFamily="50" charset="0"/>
            </a:endParaRPr>
          </a:p>
        </p:txBody>
      </p:sp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83BFA58D-6180-4B4C-B228-A4B00ADD0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8278797"/>
              </p:ext>
            </p:extLst>
          </p:nvPr>
        </p:nvGraphicFramePr>
        <p:xfrm>
          <a:off x="12722" y="473665"/>
          <a:ext cx="12200234" cy="63291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4195">
                  <a:extLst>
                    <a:ext uri="{9D8B030D-6E8A-4147-A177-3AD203B41FA5}">
                      <a16:colId xmlns:a16="http://schemas.microsoft.com/office/drawing/2014/main" val="4130080455"/>
                    </a:ext>
                  </a:extLst>
                </a:gridCol>
                <a:gridCol w="1109133">
                  <a:extLst>
                    <a:ext uri="{9D8B030D-6E8A-4147-A177-3AD203B41FA5}">
                      <a16:colId xmlns:a16="http://schemas.microsoft.com/office/drawing/2014/main" val="3842842890"/>
                    </a:ext>
                  </a:extLst>
                </a:gridCol>
                <a:gridCol w="58805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36385">
                  <a:extLst>
                    <a:ext uri="{9D8B030D-6E8A-4147-A177-3AD203B41FA5}">
                      <a16:colId xmlns:a16="http://schemas.microsoft.com/office/drawing/2014/main" val="2455460313"/>
                    </a:ext>
                  </a:extLst>
                </a:gridCol>
              </a:tblGrid>
              <a:tr h="427461"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Item / Application</a:t>
                      </a:r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WP Pipeline Status</a:t>
                      </a:r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Overall Status</a:t>
                      </a:r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Outstanding Items / Upcoming Activities</a:t>
                      </a:r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39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r>
                        <a:rPr lang="en-US" sz="1100" b="1" kern="1200" baseline="0">
                          <a:solidFill>
                            <a:schemeClr val="bg1"/>
                          </a:solidFill>
                          <a:latin typeface="Open Sans"/>
                          <a:ea typeface="Open Sans"/>
                          <a:cs typeface="Open Sans"/>
                        </a:rPr>
                        <a:t>MyChart</a:t>
                      </a: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3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Open Sans"/>
                          <a:ea typeface="Open Sans"/>
                          <a:cs typeface="Open Sans"/>
                        </a:rPr>
                        <a:t>●</a:t>
                      </a:r>
                      <a:endParaRPr kumimoji="0" lang="en-US" sz="3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Tx/>
                        <a:buNone/>
                      </a:pPr>
                      <a:endParaRPr lang="en-US" sz="900" b="0" i="0" u="none" strike="noStrike" kern="1200" noProof="0" dirty="0">
                        <a:solidFill>
                          <a:srgbClr val="242424"/>
                        </a:solidFill>
                        <a:effectLst/>
                        <a:latin typeface="Open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endParaRPr lang="en-US" sz="1000" b="0" i="0" u="none" strike="noStrike" kern="1200" noProof="0" dirty="0">
                        <a:solidFill>
                          <a:schemeClr val="bg1"/>
                        </a:solidFill>
                        <a:effectLst/>
                        <a:highlight>
                          <a:srgbClr val="FFFFFF"/>
                        </a:highlight>
                        <a:latin typeface="Open Sans"/>
                        <a:ea typeface="+mn-ea"/>
                        <a:cs typeface="+mn-c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60011"/>
                  </a:ext>
                </a:extLst>
              </a:tr>
              <a:tr h="1847745"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Open Sans"/>
                          <a:ea typeface="Open Sans"/>
                          <a:cs typeface="Open Sans"/>
                        </a:rPr>
                        <a:t>Bridges</a:t>
                      </a:r>
                      <a:endParaRPr lang="en-US" sz="1100">
                        <a:latin typeface="Open San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3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Open Sans"/>
                          <a:ea typeface="Open Sans"/>
                          <a:cs typeface="Open Sans"/>
                        </a:rPr>
                        <a:t>●</a:t>
                      </a:r>
                      <a:endParaRPr kumimoji="0" lang="en-US" sz="3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lang="en-US" sz="1000" b="1" i="0" u="none" strike="noStrike" kern="1200" noProof="0" dirty="0">
                        <a:solidFill>
                          <a:srgbClr val="242424"/>
                        </a:solidFill>
                        <a:effectLst/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kern="1200" noProof="0" dirty="0">
                          <a:solidFill>
                            <a:schemeClr val="bg1"/>
                          </a:solidFill>
                          <a:effectLst/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</a:rPr>
                        <a:t>Ticket Status:</a:t>
                      </a:r>
                      <a:endParaRPr lang="en-US" sz="1000" b="0" i="0" u="none" strike="noStrike" kern="1200" noProof="0" dirty="0">
                        <a:solidFill>
                          <a:srgbClr val="FFFFFF"/>
                        </a:solidFill>
                        <a:effectLst/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marL="0" marR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000" b="0" i="0" u="none" strike="noStrike" kern="1200" noProof="0" dirty="0">
                          <a:solidFill>
                            <a:srgbClr val="FFFFFF"/>
                          </a:solidFill>
                          <a:effectLst/>
                          <a:highlight>
                            <a:srgbClr val="FFFFFF"/>
                          </a:highlight>
                        </a:rPr>
                        <a:t>•</a:t>
                      </a:r>
                      <a:endParaRPr lang="en-US" sz="1000" b="1" i="0" u="none" strike="noStrike" kern="1200" noProof="0" dirty="0">
                        <a:solidFill>
                          <a:schemeClr val="bg1"/>
                        </a:solidFill>
                        <a:effectLst/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Font typeface="Arial,Sans-Serif"/>
                        <a:buChar char="•"/>
                      </a:pPr>
                      <a:endParaRPr lang="en-US" dirty="0"/>
                    </a:p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Font typeface="Arial,Sans-Serif"/>
                        <a:buChar char="•"/>
                      </a:pPr>
                      <a:br>
                        <a:rPr lang="en-US" sz="10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</a:rPr>
                      </a:br>
                      <a:br>
                        <a:rPr lang="en-US" sz="10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</a:rPr>
                      </a:br>
                      <a:endParaRPr lang="en-US" sz="1000" dirty="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81158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4418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8">
            <a:extLst>
              <a:ext uri="{FF2B5EF4-FFF2-40B4-BE49-F238E27FC236}">
                <a16:creationId xmlns:a16="http://schemas.microsoft.com/office/drawing/2014/main" id="{E7304DE9-855A-B136-ADE9-9FD1E4B926B0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200234" cy="464218"/>
          </a:xfrm>
          <a:prstGeom prst="rect">
            <a:avLst/>
          </a:prstGeom>
          <a:solidFill>
            <a:srgbClr val="671E75"/>
          </a:solidFill>
        </p:spPr>
        <p:txBody>
          <a:bodyPr vert="horz" lIns="0" tIns="4572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kern="1200" spc="-75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Week Ending </a:t>
            </a:r>
            <a:r>
              <a:rPr lang="en-US" sz="2400" b="1" dirty="0" err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shortDate</a:t>
            </a:r>
            <a:r>
              <a:rPr lang="en-US" sz="2400" b="1" dirty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 - Work Packet Status Report</a:t>
            </a:r>
          </a:p>
        </p:txBody>
      </p:sp>
      <p:graphicFrame>
        <p:nvGraphicFramePr>
          <p:cNvPr id="29" name="Object 28" hidden="1">
            <a:extLst>
              <a:ext uri="{FF2B5EF4-FFF2-40B4-BE49-F238E27FC236}">
                <a16:creationId xmlns:a16="http://schemas.microsoft.com/office/drawing/2014/main" id="{3636E115-5E1B-4F14-AF9E-7710AEBB7D1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6" progId="TCLayout.ActiveDocument.1">
                  <p:embed/>
                </p:oleObj>
              </mc:Choice>
              <mc:Fallback>
                <p:oleObj name="think-cell Slide" r:id="rId5" imgW="395" imgH="396" progId="TCLayout.ActiveDocument.1">
                  <p:embed/>
                  <p:pic>
                    <p:nvPicPr>
                      <p:cNvPr id="29" name="Object 28" hidden="1">
                        <a:extLst>
                          <a:ext uri="{FF2B5EF4-FFF2-40B4-BE49-F238E27FC236}">
                            <a16:creationId xmlns:a16="http://schemas.microsoft.com/office/drawing/2014/main" id="{3636E115-5E1B-4F14-AF9E-7710AEBB7D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27" hidden="1">
            <a:extLst>
              <a:ext uri="{FF2B5EF4-FFF2-40B4-BE49-F238E27FC236}">
                <a16:creationId xmlns:a16="http://schemas.microsoft.com/office/drawing/2014/main" id="{3803FD3E-B1A5-4B86-827A-87806B3A1A9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endParaRPr lang="en-US" sz="3600">
              <a:latin typeface="Chronicle Display Black" pitchFamily="50" charset="0"/>
              <a:sym typeface="Chronicle Display Black" pitchFamily="50" charset="0"/>
            </a:endParaRPr>
          </a:p>
        </p:txBody>
      </p:sp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83BFA58D-6180-4B4C-B228-A4B00ADD0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833542"/>
              </p:ext>
            </p:extLst>
          </p:nvPr>
        </p:nvGraphicFramePr>
        <p:xfrm>
          <a:off x="0" y="464219"/>
          <a:ext cx="12181254" cy="63793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3646">
                  <a:extLst>
                    <a:ext uri="{9D8B030D-6E8A-4147-A177-3AD203B41FA5}">
                      <a16:colId xmlns:a16="http://schemas.microsoft.com/office/drawing/2014/main" val="4130080455"/>
                    </a:ext>
                  </a:extLst>
                </a:gridCol>
                <a:gridCol w="1136490">
                  <a:extLst>
                    <a:ext uri="{9D8B030D-6E8A-4147-A177-3AD203B41FA5}">
                      <a16:colId xmlns:a16="http://schemas.microsoft.com/office/drawing/2014/main" val="3842842890"/>
                    </a:ext>
                  </a:extLst>
                </a:gridCol>
                <a:gridCol w="42358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05295">
                  <a:extLst>
                    <a:ext uri="{9D8B030D-6E8A-4147-A177-3AD203B41FA5}">
                      <a16:colId xmlns:a16="http://schemas.microsoft.com/office/drawing/2014/main" val="2455460313"/>
                    </a:ext>
                  </a:extLst>
                </a:gridCol>
              </a:tblGrid>
              <a:tr h="427572"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Item / Application</a:t>
                      </a:r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WP Pipeline Status</a:t>
                      </a:r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Overall Status</a:t>
                      </a:r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Outstanding Items / Upcoming Activities</a:t>
                      </a:r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180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US" sz="1100" b="1" kern="1200" baseline="0">
                          <a:solidFill>
                            <a:schemeClr val="bg1"/>
                          </a:solidFill>
                          <a:latin typeface="Open Sans"/>
                          <a:ea typeface="Open Sans"/>
                          <a:cs typeface="Open Sans"/>
                        </a:rPr>
                        <a:t>Clarity</a:t>
                      </a:r>
                      <a:endParaRPr lang="en-US"/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3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Open Sans"/>
                          <a:ea typeface="Open Sans"/>
                          <a:cs typeface="Open Sans"/>
                        </a:rPr>
                        <a:t>●</a:t>
                      </a:r>
                      <a:endParaRPr kumimoji="0" lang="en-US" sz="3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br>
                        <a:rPr lang="en-US" sz="1000" b="0" i="0" u="none" strike="noStrike" kern="1200" baseline="0" noProof="0" dirty="0">
                          <a:solidFill>
                            <a:srgbClr val="000000"/>
                          </a:solidFill>
                          <a:effectLst/>
                          <a:latin typeface="Open Sans"/>
                        </a:rPr>
                      </a:br>
                      <a:endParaRPr lang="en-US" sz="1000" b="0" i="0" u="none" strike="noStrike" kern="1200" baseline="0" noProof="0" dirty="0">
                        <a:solidFill>
                          <a:srgbClr val="000000"/>
                        </a:solidFill>
                        <a:effectLst/>
                        <a:latin typeface="Open San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Tx/>
                        <a:buFont typeface="Arial,Sans-Serif"/>
                        <a:buChar char="•"/>
                      </a:pPr>
                      <a:endParaRPr lang="en-US" sz="1000" b="0" i="0" u="none" strike="noStrike" kern="1200" noProof="0" dirty="0">
                        <a:solidFill>
                          <a:srgbClr val="FFFFFF"/>
                        </a:solidFill>
                        <a:effectLst/>
                        <a:latin typeface="Open Sans"/>
                      </a:endParaRPr>
                    </a:p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endParaRPr lang="en-US" sz="10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Open Sans"/>
                      </a:endParaRP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endParaRPr lang="en-US" sz="1000" b="1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Open Sans"/>
                      </a:endParaRP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Font typeface="Arial,Sans-Serif"/>
                        <a:buChar char="•"/>
                      </a:pPr>
                      <a:endParaRPr lang="en-US" sz="10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None/>
                      </a:pPr>
                      <a:endParaRPr lang="en-US" sz="10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Open San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9632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4538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8">
            <a:extLst>
              <a:ext uri="{FF2B5EF4-FFF2-40B4-BE49-F238E27FC236}">
                <a16:creationId xmlns:a16="http://schemas.microsoft.com/office/drawing/2014/main" id="{08AC427D-AA04-2DE6-D563-D030A9F3B211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200234" cy="464218"/>
          </a:xfrm>
          <a:prstGeom prst="rect">
            <a:avLst/>
          </a:prstGeom>
          <a:solidFill>
            <a:srgbClr val="671E75"/>
          </a:solidFill>
        </p:spPr>
        <p:txBody>
          <a:bodyPr vert="horz" lIns="0" tIns="4572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kern="1200" spc="-75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Week Ending </a:t>
            </a:r>
            <a:r>
              <a:rPr lang="en-US" sz="2400" b="1" dirty="0" err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shortDate</a:t>
            </a:r>
            <a:r>
              <a:rPr lang="en-US" sz="2400" b="1" dirty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 - Work Packet Status Report</a:t>
            </a:r>
          </a:p>
        </p:txBody>
      </p:sp>
      <p:graphicFrame>
        <p:nvGraphicFramePr>
          <p:cNvPr id="29" name="Object 28" hidden="1">
            <a:extLst>
              <a:ext uri="{FF2B5EF4-FFF2-40B4-BE49-F238E27FC236}">
                <a16:creationId xmlns:a16="http://schemas.microsoft.com/office/drawing/2014/main" id="{3636E115-5E1B-4F14-AF9E-7710AEBB7D1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6" progId="TCLayout.ActiveDocument.1">
                  <p:embed/>
                </p:oleObj>
              </mc:Choice>
              <mc:Fallback>
                <p:oleObj name="think-cell Slide" r:id="rId5" imgW="395" imgH="396" progId="TCLayout.ActiveDocument.1">
                  <p:embed/>
                  <p:pic>
                    <p:nvPicPr>
                      <p:cNvPr id="29" name="Object 28" hidden="1">
                        <a:extLst>
                          <a:ext uri="{FF2B5EF4-FFF2-40B4-BE49-F238E27FC236}">
                            <a16:creationId xmlns:a16="http://schemas.microsoft.com/office/drawing/2014/main" id="{3636E115-5E1B-4F14-AF9E-7710AEBB7D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27" hidden="1">
            <a:extLst>
              <a:ext uri="{FF2B5EF4-FFF2-40B4-BE49-F238E27FC236}">
                <a16:creationId xmlns:a16="http://schemas.microsoft.com/office/drawing/2014/main" id="{3803FD3E-B1A5-4B86-827A-87806B3A1A9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endParaRPr lang="en-US" sz="3600">
              <a:latin typeface="Chronicle Display Black" pitchFamily="50" charset="0"/>
              <a:sym typeface="Chronicle Display Black" pitchFamily="50" charset="0"/>
            </a:endParaRPr>
          </a:p>
        </p:txBody>
      </p:sp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83BFA58D-6180-4B4C-B228-A4B00ADD0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968667"/>
              </p:ext>
            </p:extLst>
          </p:nvPr>
        </p:nvGraphicFramePr>
        <p:xfrm>
          <a:off x="0" y="471236"/>
          <a:ext cx="12200703" cy="36452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5704">
                  <a:extLst>
                    <a:ext uri="{9D8B030D-6E8A-4147-A177-3AD203B41FA5}">
                      <a16:colId xmlns:a16="http://schemas.microsoft.com/office/drawing/2014/main" val="4130080455"/>
                    </a:ext>
                  </a:extLst>
                </a:gridCol>
                <a:gridCol w="1098593">
                  <a:extLst>
                    <a:ext uri="{9D8B030D-6E8A-4147-A177-3AD203B41FA5}">
                      <a16:colId xmlns:a16="http://schemas.microsoft.com/office/drawing/2014/main" val="3842842890"/>
                    </a:ext>
                  </a:extLst>
                </a:gridCol>
                <a:gridCol w="49238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12590">
                  <a:extLst>
                    <a:ext uri="{9D8B030D-6E8A-4147-A177-3AD203B41FA5}">
                      <a16:colId xmlns:a16="http://schemas.microsoft.com/office/drawing/2014/main" val="2455460313"/>
                    </a:ext>
                  </a:extLst>
                </a:gridCol>
              </a:tblGrid>
              <a:tr h="569088"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Item / Application</a:t>
                      </a:r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WP Pipeline Status</a:t>
                      </a:r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Overall Status</a:t>
                      </a:r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Outstanding Items / Upcoming Activities</a:t>
                      </a:r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615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US" sz="1100" b="1" kern="1200" baseline="0">
                          <a:solidFill>
                            <a:schemeClr val="bg1"/>
                          </a:solidFill>
                          <a:latin typeface="Open Sans"/>
                          <a:ea typeface="Open Sans"/>
                          <a:cs typeface="Open Sans"/>
                        </a:rPr>
                        <a:t> Cogito</a:t>
                      </a:r>
                      <a:endParaRPr lang="en-US" sz="1100">
                        <a:latin typeface="Open San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3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Open Sans"/>
                          <a:ea typeface="Open Sans"/>
                          <a:cs typeface="Open Sans"/>
                        </a:rPr>
                        <a:t>●</a:t>
                      </a:r>
                      <a:endParaRPr kumimoji="0" lang="en-US" sz="3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r>
                        <a:rPr lang="en-US" sz="10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Open Sans"/>
                          <a:ea typeface="Open Sans"/>
                          <a:cs typeface="Open Sans"/>
                        </a:rPr>
                        <a:t>Cogito Team currently working on the below items:</a:t>
                      </a:r>
                    </a:p>
                    <a:p>
                      <a:pPr marL="0" indent="0" algn="l" rtl="0" eaLnBrk="1" fontAlgn="base" latinLnBrk="0" hangingPunct="1">
                        <a:buFont typeface="Arial" panose="020B0604020202020204" pitchFamily="34" charset="0"/>
                        <a:buNone/>
                      </a:pPr>
                      <a:endParaRPr lang="en-US" sz="900" b="0" i="0" u="none" strike="noStrike" kern="1200" noProof="0" dirty="0">
                        <a:solidFill>
                          <a:schemeClr val="bg1"/>
                        </a:solidFill>
                        <a:effectLst/>
                        <a:latin typeface="Open Sans"/>
                      </a:endParaRPr>
                    </a:p>
                    <a:p>
                      <a:pPr marL="171450" lvl="0" indent="-171450" algn="l">
                        <a:buClr>
                          <a:srgbClr val="FFFFFF"/>
                        </a:buClr>
                        <a:buFont typeface="Arial,Sans-Serif"/>
                        <a:buChar char="•"/>
                      </a:pPr>
                      <a:endParaRPr lang="en-US" sz="900" b="0" i="0" u="none" strike="noStrike" kern="1200" noProof="0" dirty="0">
                        <a:solidFill>
                          <a:schemeClr val="bg1"/>
                        </a:solidFill>
                        <a:effectLst/>
                        <a:latin typeface="Open Sans"/>
                      </a:endParaRPr>
                    </a:p>
                    <a:p>
                      <a:pPr marL="171450" lvl="0" indent="-171450" algn="l">
                        <a:buClr>
                          <a:srgbClr val="FFFFFF"/>
                        </a:buClr>
                        <a:buFont typeface="Arial,Sans-Serif"/>
                        <a:buChar char="•"/>
                      </a:pPr>
                      <a:endParaRPr lang="en-US" sz="1000" b="0" i="0" u="none" strike="noStrike" kern="1200" noProof="0" dirty="0">
                        <a:solidFill>
                          <a:schemeClr val="bg1"/>
                        </a:solidFill>
                        <a:effectLst/>
                        <a:latin typeface="Open Sans"/>
                      </a:endParaRPr>
                    </a:p>
                    <a:p>
                      <a:pPr marL="171450" lvl="0" indent="-171450" algn="l">
                        <a:buClr>
                          <a:srgbClr val="FFFFFF"/>
                        </a:buClr>
                        <a:buFont typeface="Arial,Sans-Serif"/>
                        <a:buChar char="•"/>
                      </a:pPr>
                      <a:endParaRPr lang="en-US" sz="1000" b="0" i="0" u="none" strike="noStrike" kern="1200" noProof="0" dirty="0">
                        <a:solidFill>
                          <a:schemeClr val="bg1"/>
                        </a:solidFill>
                        <a:effectLst/>
                        <a:latin typeface="Open Sans"/>
                      </a:endParaRPr>
                    </a:p>
                    <a:p>
                      <a:pPr marL="0" lvl="0" indent="0" algn="l">
                        <a:buClrTx/>
                        <a:buNone/>
                      </a:pPr>
                      <a:endParaRPr lang="en-US" sz="1000" b="0" i="0" u="none" strike="noStrike" kern="1200" noProof="0" dirty="0">
                        <a:solidFill>
                          <a:srgbClr val="FFFFFF"/>
                        </a:solidFill>
                        <a:effectLst/>
                        <a:latin typeface="Open Sans"/>
                      </a:endParaRPr>
                    </a:p>
                    <a:p>
                      <a:pPr marL="0" lvl="0" indent="0" algn="l">
                        <a:buClrTx/>
                        <a:buNone/>
                      </a:pPr>
                      <a:endParaRPr lang="en-US" sz="1000" b="0" i="0" u="none" strike="noStrike" kern="1200" noProof="0" dirty="0">
                        <a:solidFill>
                          <a:schemeClr val="bg1"/>
                        </a:solidFill>
                        <a:effectLst/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marL="171450" lvl="0" indent="-171450" algn="l">
                        <a:buClrTx/>
                        <a:buFont typeface="Arial" panose="020B0604020202020204" pitchFamily="34" charset="0"/>
                        <a:buChar char="•"/>
                      </a:pPr>
                      <a:endParaRPr lang="en-US" sz="1000" b="0" i="0" u="none" strike="noStrike" kern="1200" noProof="0" dirty="0">
                        <a:solidFill>
                          <a:schemeClr val="bg1"/>
                        </a:solidFill>
                        <a:effectLst/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endParaRPr lang="en-US" sz="1000" b="0" i="0" u="none" strike="noStrike" kern="1200" noProof="0" dirty="0">
                        <a:solidFill>
                          <a:schemeClr val="bg1"/>
                        </a:solidFill>
                        <a:effectLst/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346495"/>
                  </a:ext>
                </a:extLst>
              </a:tr>
            </a:tbl>
          </a:graphicData>
        </a:graphic>
      </p:graphicFrame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48106A3D-C011-2028-4E94-1FC5DD665B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9492411"/>
              </p:ext>
            </p:extLst>
          </p:nvPr>
        </p:nvGraphicFramePr>
        <p:xfrm>
          <a:off x="11373" y="4172867"/>
          <a:ext cx="12169245" cy="1291269"/>
        </p:xfrm>
        <a:graphic>
          <a:graphicData uri="http://schemas.openxmlformats.org/drawingml/2006/table">
            <a:tbl>
              <a:tblPr firstRow="1" bandRow="1">
                <a:tableStyleId>{775DCB02-9BB8-47FD-8907-85C794F793BA}</a:tableStyleId>
              </a:tblPr>
              <a:tblGrid>
                <a:gridCol w="1590932">
                  <a:extLst>
                    <a:ext uri="{9D8B030D-6E8A-4147-A177-3AD203B41FA5}">
                      <a16:colId xmlns:a16="http://schemas.microsoft.com/office/drawing/2014/main" val="808887276"/>
                    </a:ext>
                  </a:extLst>
                </a:gridCol>
                <a:gridCol w="1440947">
                  <a:extLst>
                    <a:ext uri="{9D8B030D-6E8A-4147-A177-3AD203B41FA5}">
                      <a16:colId xmlns:a16="http://schemas.microsoft.com/office/drawing/2014/main" val="968246071"/>
                    </a:ext>
                  </a:extLst>
                </a:gridCol>
                <a:gridCol w="1536806">
                  <a:extLst>
                    <a:ext uri="{9D8B030D-6E8A-4147-A177-3AD203B41FA5}">
                      <a16:colId xmlns:a16="http://schemas.microsoft.com/office/drawing/2014/main" val="529651758"/>
                    </a:ext>
                  </a:extLst>
                </a:gridCol>
                <a:gridCol w="1536806">
                  <a:extLst>
                    <a:ext uri="{9D8B030D-6E8A-4147-A177-3AD203B41FA5}">
                      <a16:colId xmlns:a16="http://schemas.microsoft.com/office/drawing/2014/main" val="1500426785"/>
                    </a:ext>
                  </a:extLst>
                </a:gridCol>
                <a:gridCol w="1626551">
                  <a:extLst>
                    <a:ext uri="{9D8B030D-6E8A-4147-A177-3AD203B41FA5}">
                      <a16:colId xmlns:a16="http://schemas.microsoft.com/office/drawing/2014/main" val="2520556192"/>
                    </a:ext>
                  </a:extLst>
                </a:gridCol>
                <a:gridCol w="1405325">
                  <a:extLst>
                    <a:ext uri="{9D8B030D-6E8A-4147-A177-3AD203B41FA5}">
                      <a16:colId xmlns:a16="http://schemas.microsoft.com/office/drawing/2014/main" val="3927639899"/>
                    </a:ext>
                  </a:extLst>
                </a:gridCol>
                <a:gridCol w="1515939">
                  <a:extLst>
                    <a:ext uri="{9D8B030D-6E8A-4147-A177-3AD203B41FA5}">
                      <a16:colId xmlns:a16="http://schemas.microsoft.com/office/drawing/2014/main" val="2320652233"/>
                    </a:ext>
                  </a:extLst>
                </a:gridCol>
                <a:gridCol w="1515939">
                  <a:extLst>
                    <a:ext uri="{9D8B030D-6E8A-4147-A177-3AD203B41FA5}">
                      <a16:colId xmlns:a16="http://schemas.microsoft.com/office/drawing/2014/main" val="3172448152"/>
                    </a:ext>
                  </a:extLst>
                </a:gridCol>
              </a:tblGrid>
              <a:tr h="640362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1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Report Status</a:t>
                      </a:r>
                    </a:p>
                    <a:p>
                      <a:pPr marL="0" algn="ctr" defTabSz="457200" rtl="0" eaLnBrk="1" latinLnBrk="0" hangingPunct="1"/>
                      <a:r>
                        <a:rPr lang="en-US" sz="11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____________________</a:t>
                      </a:r>
                    </a:p>
                    <a:p>
                      <a:pPr marL="0" algn="ctr" defTabSz="457200" rtl="0" eaLnBrk="1" latinLnBrk="0" hangingPunct="1"/>
                      <a:r>
                        <a:rPr lang="en-US" sz="11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Type of Work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1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Returned to Deloitte/</a:t>
                      </a:r>
                    </a:p>
                    <a:p>
                      <a:pPr marL="0" algn="ctr" defTabSz="457200" rtl="0" eaLnBrk="1" fontAlgn="b" latinLnBrk="0" hangingPunct="1"/>
                      <a:r>
                        <a:rPr lang="en-US" sz="11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re-work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# of Reports WIP with Deloitte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100" b="1" kern="1200">
                          <a:solidFill>
                            <a:srgbClr val="FFFFFF"/>
                          </a:solidFill>
                        </a:rPr>
                        <a:t># of Reports Pending for Owners review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lang="en-US" sz="1100" b="1" kern="1200">
                          <a:solidFill>
                            <a:srgbClr val="FFFFFF"/>
                          </a:solidFill>
                        </a:rPr>
                        <a:t># of Reports  Ready to Deploy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100" b="1" kern="1200">
                          <a:solidFill>
                            <a:srgbClr val="FFFFFF"/>
                          </a:solidFill>
                        </a:rPr>
                        <a:t># of Reports Deployed to PRD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100" b="1" kern="1200">
                          <a:solidFill>
                            <a:srgbClr val="FFFFFF"/>
                          </a:solidFill>
                        </a:rPr>
                        <a:t># of Reports Out of Scope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100" b="1" kern="1200">
                          <a:solidFill>
                            <a:srgbClr val="FFFFFF"/>
                          </a:solidFill>
                        </a:rPr>
                        <a:t>Total # of Reports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1E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1910169"/>
                  </a:ext>
                </a:extLst>
              </a:tr>
              <a:tr h="337773">
                <a:tc>
                  <a:txBody>
                    <a:bodyPr/>
                    <a:lstStyle/>
                    <a:p>
                      <a:r>
                        <a:rPr lang="en-US" sz="1000">
                          <a:latin typeface="Open Sans"/>
                          <a:ea typeface="Open Sans"/>
                          <a:cs typeface="Open Sans"/>
                        </a:rPr>
                        <a:t>SSRS Description Work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Open Sans"/>
                          <a:ea typeface="Open Sans"/>
                          <a:cs typeface="Open San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Open Sans"/>
                          <a:ea typeface="Open Sans"/>
                          <a:cs typeface="Open San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Open Sans"/>
                          <a:ea typeface="Open Sans"/>
                          <a:cs typeface="Open San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Open Sans"/>
                          <a:ea typeface="Open Sans"/>
                          <a:cs typeface="Open San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Open Sans"/>
                          <a:ea typeface="Open Sans"/>
                          <a:cs typeface="Open San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8521900"/>
                  </a:ext>
                </a:extLst>
              </a:tr>
              <a:tr h="313134">
                <a:tc>
                  <a:txBody>
                    <a:bodyPr/>
                    <a:lstStyle/>
                    <a:p>
                      <a:r>
                        <a:rPr lang="en-US" sz="1000">
                          <a:latin typeface="Open Sans"/>
                          <a:ea typeface="Open Sans"/>
                          <a:cs typeface="Open Sans"/>
                        </a:rPr>
                        <a:t>SSRS Branding Work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Open Sans"/>
                          <a:ea typeface="Open Sans"/>
                          <a:cs typeface="Open San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Open Sans"/>
                          <a:ea typeface="Open Sans"/>
                          <a:cs typeface="Open San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Open Sans"/>
                          <a:ea typeface="Open Sans"/>
                          <a:cs typeface="Open San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Open Sans"/>
                          <a:ea typeface="Open Sans"/>
                          <a:cs typeface="Open San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Open Sans"/>
                          <a:ea typeface="Open Sans"/>
                          <a:cs typeface="Open San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Open Sans"/>
                          <a:ea typeface="Open Sans"/>
                          <a:cs typeface="Open San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03241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CD0D33A-8DEE-3B9D-AAFA-5A4F1BB927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7993289"/>
              </p:ext>
            </p:extLst>
          </p:nvPr>
        </p:nvGraphicFramePr>
        <p:xfrm>
          <a:off x="10026" y="5514473"/>
          <a:ext cx="12169246" cy="1350965"/>
        </p:xfrm>
        <a:graphic>
          <a:graphicData uri="http://schemas.openxmlformats.org/drawingml/2006/table">
            <a:tbl>
              <a:tblPr firstRow="1" bandRow="1">
                <a:tableStyleId>{775DCB02-9BB8-47FD-8907-85C794F793BA}</a:tableStyleId>
              </a:tblPr>
              <a:tblGrid>
                <a:gridCol w="2380686">
                  <a:extLst>
                    <a:ext uri="{9D8B030D-6E8A-4147-A177-3AD203B41FA5}">
                      <a16:colId xmlns:a16="http://schemas.microsoft.com/office/drawing/2014/main" val="808887276"/>
                    </a:ext>
                  </a:extLst>
                </a:gridCol>
                <a:gridCol w="2447140">
                  <a:extLst>
                    <a:ext uri="{9D8B030D-6E8A-4147-A177-3AD203B41FA5}">
                      <a16:colId xmlns:a16="http://schemas.microsoft.com/office/drawing/2014/main" val="968246071"/>
                    </a:ext>
                  </a:extLst>
                </a:gridCol>
                <a:gridCol w="2447140">
                  <a:extLst>
                    <a:ext uri="{9D8B030D-6E8A-4147-A177-3AD203B41FA5}">
                      <a16:colId xmlns:a16="http://schemas.microsoft.com/office/drawing/2014/main" val="529651758"/>
                    </a:ext>
                  </a:extLst>
                </a:gridCol>
                <a:gridCol w="2447140">
                  <a:extLst>
                    <a:ext uri="{9D8B030D-6E8A-4147-A177-3AD203B41FA5}">
                      <a16:colId xmlns:a16="http://schemas.microsoft.com/office/drawing/2014/main" val="1500426785"/>
                    </a:ext>
                  </a:extLst>
                </a:gridCol>
                <a:gridCol w="2447140">
                  <a:extLst>
                    <a:ext uri="{9D8B030D-6E8A-4147-A177-3AD203B41FA5}">
                      <a16:colId xmlns:a16="http://schemas.microsoft.com/office/drawing/2014/main" val="3891402016"/>
                    </a:ext>
                  </a:extLst>
                </a:gridCol>
              </a:tblGrid>
              <a:tr h="570689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1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SSRS Epic Catalog Link Components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1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Completed Component build in POC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Completed Catalog Branding changes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100" b="1" kern="1200">
                          <a:solidFill>
                            <a:srgbClr val="FFFFFF"/>
                          </a:solidFill>
                        </a:rPr>
                        <a:t>Completed Catalog Description changes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100" b="1" kern="1200">
                          <a:solidFill>
                            <a:srgbClr val="FFFFFF"/>
                          </a:solidFill>
                        </a:rPr>
                        <a:t>Updated approved Descriptions in TFS reports in this week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1E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1910169"/>
                  </a:ext>
                </a:extLst>
              </a:tr>
              <a:tr h="384036"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latin typeface="Open Sans"/>
                          <a:ea typeface="Open Sans"/>
                          <a:cs typeface="Open Sans"/>
                        </a:rPr>
                        <a:t>Cumulative Count (Overall)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latin typeface="Open Sans"/>
                          <a:ea typeface="Open Sans"/>
                          <a:cs typeface="Open San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latin typeface="Open Sans"/>
                          <a:ea typeface="Open Sans"/>
                          <a:cs typeface="Open San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latin typeface="Open Sans"/>
                          <a:ea typeface="Open Sans"/>
                          <a:cs typeface="Open San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8521900"/>
                  </a:ext>
                </a:extLst>
              </a:tr>
              <a:tr h="384036"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latin typeface="Open Sans"/>
                          <a:ea typeface="Open Sans"/>
                          <a:cs typeface="Open Sans"/>
                        </a:rPr>
                        <a:t>Week Ending 09/26- Work Packet Status Report Count 05/9/2025</a:t>
                      </a:r>
                      <a:endParaRPr lang="en-US" sz="20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latin typeface="Open Sans"/>
                          <a:ea typeface="Open Sans"/>
                          <a:cs typeface="Open Sans"/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latin typeface="Open Sans"/>
                          <a:ea typeface="Open Sans"/>
                          <a:cs typeface="Open Sans"/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latin typeface="Open Sans"/>
                          <a:ea typeface="Open Sans"/>
                          <a:cs typeface="Open Sans"/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latin typeface="Open Sans"/>
                          <a:ea typeface="Open Sans"/>
                          <a:cs typeface="Open Sans"/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0324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803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8">
            <a:extLst>
              <a:ext uri="{FF2B5EF4-FFF2-40B4-BE49-F238E27FC236}">
                <a16:creationId xmlns:a16="http://schemas.microsoft.com/office/drawing/2014/main" id="{75F054CF-6AE0-8485-8FC4-40D3032C162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445692"/>
          </a:xfrm>
          <a:prstGeom prst="rect">
            <a:avLst/>
          </a:prstGeom>
          <a:solidFill>
            <a:srgbClr val="671E75"/>
          </a:solidFill>
        </p:spPr>
        <p:txBody>
          <a:bodyPr vert="horz" lIns="0" tIns="4572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kern="1200" spc="-75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Week Ending 09/26- Work Packet Status Report 07/04 - Work Packet Status Report</a:t>
            </a:r>
          </a:p>
        </p:txBody>
      </p:sp>
      <p:graphicFrame>
        <p:nvGraphicFramePr>
          <p:cNvPr id="29" name="Object 28" hidden="1">
            <a:extLst>
              <a:ext uri="{FF2B5EF4-FFF2-40B4-BE49-F238E27FC236}">
                <a16:creationId xmlns:a16="http://schemas.microsoft.com/office/drawing/2014/main" id="{3636E115-5E1B-4F14-AF9E-7710AEBB7D1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6" progId="TCLayout.ActiveDocument.1">
                  <p:embed/>
                </p:oleObj>
              </mc:Choice>
              <mc:Fallback>
                <p:oleObj name="think-cell Slide" r:id="rId5" imgW="395" imgH="396" progId="TCLayout.ActiveDocument.1">
                  <p:embed/>
                  <p:pic>
                    <p:nvPicPr>
                      <p:cNvPr id="29" name="Object 28" hidden="1">
                        <a:extLst>
                          <a:ext uri="{FF2B5EF4-FFF2-40B4-BE49-F238E27FC236}">
                            <a16:creationId xmlns:a16="http://schemas.microsoft.com/office/drawing/2014/main" id="{3636E115-5E1B-4F14-AF9E-7710AEBB7D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27" hidden="1">
            <a:extLst>
              <a:ext uri="{FF2B5EF4-FFF2-40B4-BE49-F238E27FC236}">
                <a16:creationId xmlns:a16="http://schemas.microsoft.com/office/drawing/2014/main" id="{3803FD3E-B1A5-4B86-827A-87806B3A1A9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endParaRPr lang="en-US" sz="3600">
              <a:latin typeface="Chronicle Display Black" pitchFamily="50" charset="0"/>
              <a:sym typeface="Chronicle Display Black" pitchFamily="50" charset="0"/>
            </a:endParaRPr>
          </a:p>
        </p:txBody>
      </p:sp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83BFA58D-6180-4B4C-B228-A4B00ADD0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1272708"/>
              </p:ext>
            </p:extLst>
          </p:nvPr>
        </p:nvGraphicFramePr>
        <p:xfrm>
          <a:off x="0" y="-161393"/>
          <a:ext cx="12198094" cy="71187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5704">
                  <a:extLst>
                    <a:ext uri="{9D8B030D-6E8A-4147-A177-3AD203B41FA5}">
                      <a16:colId xmlns:a16="http://schemas.microsoft.com/office/drawing/2014/main" val="4130080455"/>
                    </a:ext>
                  </a:extLst>
                </a:gridCol>
                <a:gridCol w="1124908">
                  <a:extLst>
                    <a:ext uri="{9D8B030D-6E8A-4147-A177-3AD203B41FA5}">
                      <a16:colId xmlns:a16="http://schemas.microsoft.com/office/drawing/2014/main" val="3842842890"/>
                    </a:ext>
                  </a:extLst>
                </a:gridCol>
                <a:gridCol w="49654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1991">
                  <a:extLst>
                    <a:ext uri="{9D8B030D-6E8A-4147-A177-3AD203B41FA5}">
                      <a16:colId xmlns:a16="http://schemas.microsoft.com/office/drawing/2014/main" val="2455460313"/>
                    </a:ext>
                  </a:extLst>
                </a:gridCol>
              </a:tblGrid>
              <a:tr h="644499"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Item / Application</a:t>
                      </a:r>
                      <a:endParaRPr lang="en-US" sz="1200"/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WP Pipeline Status</a:t>
                      </a:r>
                      <a:endParaRPr lang="en-US" sz="1200"/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Overall Status</a:t>
                      </a:r>
                      <a:endParaRPr lang="en-US" sz="1200"/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Outstanding Items / Upcoming Activities</a:t>
                      </a:r>
                      <a:endParaRPr lang="en-US" sz="1200"/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6252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kern="1200">
                          <a:solidFill>
                            <a:srgbClr val="000000"/>
                          </a:solidFill>
                          <a:effectLst/>
                          <a:latin typeface="Open Sans"/>
                          <a:ea typeface="Open Sans"/>
                          <a:cs typeface="Open Sans"/>
                        </a:rPr>
                        <a:t>Quality Assurance</a:t>
                      </a:r>
                      <a:endParaRPr lang="en-US" sz="1050"/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3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Open Sans"/>
                        </a:rPr>
                        <a:t>●</a:t>
                      </a:r>
                      <a:endParaRPr kumimoji="0" lang="en-US" sz="3200"/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None/>
                      </a:pPr>
                      <a:r>
                        <a:rPr lang="en-US" sz="900" b="1" i="0" u="none" strike="noStrike" kern="1200" noProof="0" dirty="0">
                          <a:solidFill>
                            <a:schemeClr val="bg1"/>
                          </a:solidFill>
                          <a:effectLst/>
                          <a:latin typeface="Open Sans"/>
                          <a:ea typeface="Open Sans"/>
                          <a:cs typeface="Open Sans"/>
                        </a:rPr>
                        <a:t>As part of Converge Integration Testing:</a:t>
                      </a: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endParaRPr lang="en-US" sz="900" b="0" i="0" u="none" strike="noStrike" kern="1200" baseline="0" noProof="0" dirty="0">
                        <a:solidFill>
                          <a:schemeClr val="bg1"/>
                        </a:solidFill>
                        <a:effectLst/>
                        <a:latin typeface="Open San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7195127"/>
                  </a:ext>
                </a:extLst>
              </a:tr>
              <a:tr h="2708034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>
                          <a:solidFill>
                            <a:schemeClr val="bg1"/>
                          </a:solidFill>
                          <a:latin typeface="Open Sans"/>
                        </a:rPr>
                        <a:t>Test Automation</a:t>
                      </a: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3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3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Open Sans"/>
                          <a:ea typeface="Open Sans"/>
                          <a:cs typeface="Open Sans"/>
                        </a:rPr>
                        <a:t>●</a:t>
                      </a:r>
                      <a:endParaRPr kumimoji="0" lang="en-US" sz="3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lang="en-US" sz="900" b="0" i="0" u="none" strike="noStrike" kern="1200" noProof="0" dirty="0">
                        <a:solidFill>
                          <a:schemeClr val="bg1"/>
                        </a:solidFill>
                        <a:effectLst/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900" b="0" i="0" u="none" strike="noStrike" kern="1200" noProof="0" dirty="0">
                        <a:solidFill>
                          <a:schemeClr val="bg1"/>
                        </a:solidFill>
                        <a:effectLst/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marL="171450" marR="0" lvl="0" indent="-17145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900" b="0" i="0" u="none" strike="noStrike" kern="1200" noProof="0" dirty="0">
                        <a:solidFill>
                          <a:schemeClr val="bg1"/>
                        </a:solidFill>
                        <a:effectLst/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marL="171450" marR="0" lvl="0" indent="-17145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900" b="0" i="0" u="none" strike="noStrike" kern="1200" noProof="0" dirty="0">
                        <a:solidFill>
                          <a:schemeClr val="bg1"/>
                        </a:solidFill>
                        <a:effectLst/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marL="171450" marR="0" lvl="0" indent="-17145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900" b="0" i="0" u="none" strike="noStrike" kern="1200" noProof="0" dirty="0">
                        <a:solidFill>
                          <a:schemeClr val="bg1"/>
                        </a:solidFill>
                        <a:effectLst/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900" b="0" i="0" u="none" strike="noStrike" kern="1200" noProof="0" dirty="0">
                        <a:solidFill>
                          <a:schemeClr val="bg1"/>
                        </a:solidFill>
                        <a:effectLst/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marL="171450" marR="0" lvl="0" indent="-17145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900" b="0" i="0" u="none" strike="noStrike" kern="1200" noProof="0" dirty="0">
                        <a:solidFill>
                          <a:schemeClr val="bg1"/>
                        </a:solidFill>
                        <a:effectLst/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marL="171450" marR="0" lvl="0" indent="-17145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900" b="0" i="0" u="none" strike="noStrike" kern="1200" noProof="0" dirty="0">
                        <a:solidFill>
                          <a:schemeClr val="bg1"/>
                        </a:solidFill>
                        <a:effectLst/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marL="171450" marR="0" lvl="0" indent="-17145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900" b="0" i="0" u="none" strike="noStrike" kern="1200" noProof="0" dirty="0">
                        <a:solidFill>
                          <a:schemeClr val="bg1"/>
                        </a:solidFill>
                        <a:effectLst/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marL="0" marR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lang="en-US" sz="900" b="0" i="0" u="none" strike="noStrike" kern="1200" noProof="0" dirty="0">
                        <a:solidFill>
                          <a:schemeClr val="bg1"/>
                        </a:solidFill>
                        <a:effectLst/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9094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2219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Object 28" hidden="1">
            <a:extLst>
              <a:ext uri="{FF2B5EF4-FFF2-40B4-BE49-F238E27FC236}">
                <a16:creationId xmlns:a16="http://schemas.microsoft.com/office/drawing/2014/main" id="{3636E115-5E1B-4F14-AF9E-7710AEBB7D1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6" progId="TCLayout.ActiveDocument.1">
                  <p:embed/>
                </p:oleObj>
              </mc:Choice>
              <mc:Fallback>
                <p:oleObj name="think-cell Slide" r:id="rId5" imgW="395" imgH="396" progId="TCLayout.ActiveDocument.1">
                  <p:embed/>
                  <p:pic>
                    <p:nvPicPr>
                      <p:cNvPr id="29" name="Object 28" hidden="1">
                        <a:extLst>
                          <a:ext uri="{FF2B5EF4-FFF2-40B4-BE49-F238E27FC236}">
                            <a16:creationId xmlns:a16="http://schemas.microsoft.com/office/drawing/2014/main" id="{3636E115-5E1B-4F14-AF9E-7710AEBB7D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27" hidden="1">
            <a:extLst>
              <a:ext uri="{FF2B5EF4-FFF2-40B4-BE49-F238E27FC236}">
                <a16:creationId xmlns:a16="http://schemas.microsoft.com/office/drawing/2014/main" id="{3803FD3E-B1A5-4B86-827A-87806B3A1A9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endParaRPr lang="en-US" sz="3600">
              <a:latin typeface="Chronicle Display Black" pitchFamily="50" charset="0"/>
              <a:sym typeface="Chronicle Display Black" pitchFamily="50" charset="0"/>
            </a:endParaRPr>
          </a:p>
        </p:txBody>
      </p:sp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83BFA58D-6180-4B4C-B228-A4B00ADD0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487179"/>
              </p:ext>
            </p:extLst>
          </p:nvPr>
        </p:nvGraphicFramePr>
        <p:xfrm>
          <a:off x="0" y="445695"/>
          <a:ext cx="12198096" cy="90400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2017">
                  <a:extLst>
                    <a:ext uri="{9D8B030D-6E8A-4147-A177-3AD203B41FA5}">
                      <a16:colId xmlns:a16="http://schemas.microsoft.com/office/drawing/2014/main" val="4130080455"/>
                    </a:ext>
                  </a:extLst>
                </a:gridCol>
                <a:gridCol w="1078861">
                  <a:extLst>
                    <a:ext uri="{9D8B030D-6E8A-4147-A177-3AD203B41FA5}">
                      <a16:colId xmlns:a16="http://schemas.microsoft.com/office/drawing/2014/main" val="3842842890"/>
                    </a:ext>
                  </a:extLst>
                </a:gridCol>
                <a:gridCol w="49157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11496">
                  <a:extLst>
                    <a:ext uri="{9D8B030D-6E8A-4147-A177-3AD203B41FA5}">
                      <a16:colId xmlns:a16="http://schemas.microsoft.com/office/drawing/2014/main" val="2455460313"/>
                    </a:ext>
                  </a:extLst>
                </a:gridCol>
              </a:tblGrid>
              <a:tr h="588778"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Item / Application</a:t>
                      </a:r>
                      <a:endParaRPr lang="en-US" sz="1200"/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WP Pipeline Status</a:t>
                      </a:r>
                      <a:endParaRPr lang="en-US" sz="1200"/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Overall Status</a:t>
                      </a:r>
                      <a:endParaRPr lang="en-US" sz="1200"/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Outstanding Items / Upcoming Activities</a:t>
                      </a:r>
                      <a:endParaRPr lang="en-US" sz="1200"/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121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r>
                        <a:rPr lang="en-US" sz="1100" b="1" kern="1200" baseline="0">
                          <a:solidFill>
                            <a:schemeClr val="bg1"/>
                          </a:solidFill>
                          <a:latin typeface="Open Sans"/>
                          <a:ea typeface="Open Sans"/>
                          <a:cs typeface="Open Sans"/>
                        </a:rPr>
                        <a:t>Environment Control and Data Courier (EC-DC)</a:t>
                      </a:r>
                      <a:endParaRPr lang="en-US" sz="1100"/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3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Open Sans"/>
                          <a:ea typeface="Open Sans"/>
                          <a:cs typeface="Open Sans"/>
                        </a:rPr>
                        <a:t>●</a:t>
                      </a:r>
                      <a:endParaRPr kumimoji="0" lang="en-US" sz="3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§"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CMT Audit Process Documentation: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§"/>
                      </a:pPr>
                      <a:endParaRPr lang="en-US" sz="1000" b="1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171450" indent="-171450">
                        <a:buFont typeface="Wingdings" panose="05000000000000000000" pitchFamily="2" charset="2"/>
                        <a:buChar char="§"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Minor CMT Audit: 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§"/>
                      </a:pPr>
                      <a:endParaRPr lang="en-US" sz="1000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000" b="1" i="0" u="none" strike="noStrike" noProof="0" dirty="0">
                          <a:solidFill>
                            <a:schemeClr val="bg1"/>
                          </a:solidFill>
                          <a:latin typeface="Open Sans"/>
                        </a:rPr>
                        <a:t>Duplicate Provider Cleanup</a:t>
                      </a:r>
                      <a:r>
                        <a:rPr lang="en-US" sz="1000" b="0" i="0" u="none" strike="noStrike" noProof="0" dirty="0">
                          <a:solidFill>
                            <a:schemeClr val="bg1"/>
                          </a:solidFill>
                          <a:latin typeface="Open Sans"/>
                        </a:rPr>
                        <a:t>: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sz="1000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sz="1000" b="1" i="0" u="none" strike="noStrike" noProof="0" dirty="0">
                          <a:solidFill>
                            <a:schemeClr val="bg1"/>
                          </a:solidFill>
                          <a:latin typeface="Open Sans"/>
                        </a:rPr>
                        <a:t>CIRT Documents Review:</a:t>
                      </a: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endParaRPr lang="en-US" sz="1000" b="0" i="0" u="none" strike="noStrike" noProof="0" dirty="0">
                        <a:solidFill>
                          <a:schemeClr val="bg1"/>
                        </a:solidFill>
                        <a:latin typeface="Open Sans"/>
                      </a:endParaRP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sz="1000" b="1" i="0" u="none" strike="noStrike" noProof="0" dirty="0">
                          <a:solidFill>
                            <a:schemeClr val="bg1"/>
                          </a:solidFill>
                          <a:latin typeface="Open Sans"/>
                        </a:rPr>
                        <a:t>DC Migration SNOW Requests:</a:t>
                      </a: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endParaRPr lang="en-US" sz="1000" b="0" i="0" u="none" strike="noStrike" noProof="0" dirty="0">
                        <a:solidFill>
                          <a:schemeClr val="bg1"/>
                        </a:solidFill>
                        <a:latin typeface="Open Sans"/>
                      </a:endParaRP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sz="1000" b="1" i="0" u="none" strike="noStrike" noProof="0" dirty="0">
                          <a:solidFill>
                            <a:schemeClr val="bg1"/>
                          </a:solidFill>
                          <a:latin typeface="Open Sans"/>
                        </a:rPr>
                        <a:t>DC Provider Maintenance &amp; SER Migration: </a:t>
                      </a:r>
                      <a:endParaRPr lang="en-US" sz="1000" b="0" i="0" u="none" strike="noStrike" noProof="0" dirty="0">
                        <a:solidFill>
                          <a:schemeClr val="bg1"/>
                        </a:solidFill>
                        <a:latin typeface="Open Sans"/>
                      </a:endParaRP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endParaRPr lang="en-US" sz="1000" b="0" i="0" u="none" strike="noStrike" noProof="0" dirty="0">
                        <a:solidFill>
                          <a:schemeClr val="bg1"/>
                        </a:solidFill>
                        <a:latin typeface="Open Sans"/>
                      </a:endParaRP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sz="1000" b="1" i="0" u="none" strike="noStrike" noProof="0" dirty="0">
                          <a:solidFill>
                            <a:schemeClr val="bg1"/>
                          </a:solidFill>
                          <a:latin typeface="Open Sans"/>
                        </a:rPr>
                        <a:t>Daily CMT Report &amp; Standards Audit: </a:t>
                      </a:r>
                      <a:endParaRPr lang="en-US" sz="1000" b="0" i="0" u="none" strike="noStrike" noProof="0" dirty="0">
                        <a:solidFill>
                          <a:schemeClr val="bg1"/>
                        </a:solidFill>
                        <a:latin typeface="Open Sans"/>
                      </a:endParaRP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endParaRPr lang="en-US" sz="1000" b="0" i="0" u="none" strike="noStrike" noProof="0" dirty="0">
                        <a:solidFill>
                          <a:schemeClr val="bg1"/>
                        </a:solidFill>
                        <a:latin typeface="Open Sans"/>
                      </a:endParaRP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sz="1000" b="1" i="0" u="none" strike="noStrike" noProof="0" dirty="0">
                          <a:solidFill>
                            <a:schemeClr val="bg1"/>
                          </a:solidFill>
                          <a:latin typeface="Open Sans"/>
                        </a:rPr>
                        <a:t>EHR Sub-CAB QA Activities:</a:t>
                      </a:r>
                      <a:endParaRPr lang="en-US" sz="1000" b="0" i="0" u="none" strike="noStrike" noProof="0" dirty="0">
                        <a:solidFill>
                          <a:schemeClr val="bg1"/>
                        </a:solidFill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endParaRPr lang="en-US" sz="1000" b="0" i="0" u="none" strike="noStrike" noProof="0" dirty="0">
                        <a:solidFill>
                          <a:schemeClr val="bg1"/>
                        </a:solidFill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</a:pPr>
                      <a:endParaRPr lang="en-US" sz="1000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</a:pPr>
                      <a:endParaRPr lang="en-US" sz="1000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</a:pPr>
                      <a:endParaRPr lang="en-US" sz="1000" b="0" i="0" u="none" strike="noStrike" kern="1200" noProof="0" dirty="0">
                        <a:solidFill>
                          <a:srgbClr val="242424"/>
                        </a:solidFill>
                        <a:effectLst/>
                        <a:latin typeface="Open San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1148647"/>
                  </a:ext>
                </a:extLst>
              </a:tr>
              <a:tr h="23800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endParaRPr lang="en-US" sz="1100"/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3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None/>
                      </a:pPr>
                      <a:endParaRPr lang="en-US" sz="1000" b="0" i="0" u="none" strike="noStrike" noProof="0">
                        <a:solidFill>
                          <a:schemeClr val="bg1"/>
                        </a:solidFill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</a:pPr>
                      <a:endParaRPr lang="en-US" sz="1000" b="0" i="0" u="none" strike="noStrike" kern="1200" noProof="0" dirty="0">
                        <a:solidFill>
                          <a:srgbClr val="242424"/>
                        </a:solidFill>
                        <a:effectLst/>
                        <a:latin typeface="Open San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8796021"/>
                  </a:ext>
                </a:extLst>
              </a:tr>
            </a:tbl>
          </a:graphicData>
        </a:graphic>
      </p:graphicFrame>
      <p:sp>
        <p:nvSpPr>
          <p:cNvPr id="3" name="Title 8">
            <a:extLst>
              <a:ext uri="{FF2B5EF4-FFF2-40B4-BE49-F238E27FC236}">
                <a16:creationId xmlns:a16="http://schemas.microsoft.com/office/drawing/2014/main" id="{75F054CF-6AE0-8485-8FC4-40D3032C1623}"/>
              </a:ext>
            </a:extLst>
          </p:cNvPr>
          <p:cNvSpPr txBox="1">
            <a:spLocks/>
          </p:cNvSpPr>
          <p:nvPr/>
        </p:nvSpPr>
        <p:spPr>
          <a:xfrm>
            <a:off x="-1" y="0"/>
            <a:ext cx="12192001" cy="445692"/>
          </a:xfrm>
          <a:prstGeom prst="rect">
            <a:avLst/>
          </a:prstGeom>
          <a:solidFill>
            <a:srgbClr val="671E75"/>
          </a:solidFill>
        </p:spPr>
        <p:txBody>
          <a:bodyPr vert="horz" lIns="0" tIns="4572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kern="1200" spc="-75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Week Ending </a:t>
            </a:r>
            <a:r>
              <a:rPr lang="en-US" sz="2400" b="1" dirty="0" err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shortDate</a:t>
            </a:r>
            <a:r>
              <a:rPr lang="en-US" sz="2400" b="1" dirty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 - Work Packet Status Report</a:t>
            </a:r>
          </a:p>
        </p:txBody>
      </p:sp>
    </p:spTree>
    <p:extLst>
      <p:ext uri="{BB962C8B-B14F-4D97-AF65-F5344CB8AC3E}">
        <p14:creationId xmlns:p14="http://schemas.microsoft.com/office/powerpoint/2010/main" val="2075981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298D1-14FB-A570-8559-7FB95C2D0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Object 28" hidden="1">
            <a:extLst>
              <a:ext uri="{FF2B5EF4-FFF2-40B4-BE49-F238E27FC236}">
                <a16:creationId xmlns:a16="http://schemas.microsoft.com/office/drawing/2014/main" id="{C2E5460D-9663-F1F2-43F5-AEE9C7EDE3D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6" progId="TCLayout.ActiveDocument.1">
                  <p:embed/>
                </p:oleObj>
              </mc:Choice>
              <mc:Fallback>
                <p:oleObj name="think-cell Slide" r:id="rId5" imgW="395" imgH="396" progId="TCLayout.ActiveDocument.1">
                  <p:embed/>
                  <p:pic>
                    <p:nvPicPr>
                      <p:cNvPr id="29" name="Object 28" hidden="1">
                        <a:extLst>
                          <a:ext uri="{FF2B5EF4-FFF2-40B4-BE49-F238E27FC236}">
                            <a16:creationId xmlns:a16="http://schemas.microsoft.com/office/drawing/2014/main" id="{3636E115-5E1B-4F14-AF9E-7710AEBB7D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27" hidden="1">
            <a:extLst>
              <a:ext uri="{FF2B5EF4-FFF2-40B4-BE49-F238E27FC236}">
                <a16:creationId xmlns:a16="http://schemas.microsoft.com/office/drawing/2014/main" id="{1616D60E-E9FD-A918-A729-95DA3A64481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endParaRPr lang="en-US" sz="3600">
              <a:latin typeface="Chronicle Display Black" pitchFamily="50" charset="0"/>
              <a:sym typeface="Chronicle Display Black" pitchFamily="50" charset="0"/>
            </a:endParaRPr>
          </a:p>
        </p:txBody>
      </p:sp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3D6A2EEB-91E8-C714-D559-28B57AC8D0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895640"/>
              </p:ext>
            </p:extLst>
          </p:nvPr>
        </p:nvGraphicFramePr>
        <p:xfrm>
          <a:off x="0" y="445695"/>
          <a:ext cx="12198096" cy="90400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2017">
                  <a:extLst>
                    <a:ext uri="{9D8B030D-6E8A-4147-A177-3AD203B41FA5}">
                      <a16:colId xmlns:a16="http://schemas.microsoft.com/office/drawing/2014/main" val="4130080455"/>
                    </a:ext>
                  </a:extLst>
                </a:gridCol>
                <a:gridCol w="1078861">
                  <a:extLst>
                    <a:ext uri="{9D8B030D-6E8A-4147-A177-3AD203B41FA5}">
                      <a16:colId xmlns:a16="http://schemas.microsoft.com/office/drawing/2014/main" val="3842842890"/>
                    </a:ext>
                  </a:extLst>
                </a:gridCol>
                <a:gridCol w="49157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11496">
                  <a:extLst>
                    <a:ext uri="{9D8B030D-6E8A-4147-A177-3AD203B41FA5}">
                      <a16:colId xmlns:a16="http://schemas.microsoft.com/office/drawing/2014/main" val="2455460313"/>
                    </a:ext>
                  </a:extLst>
                </a:gridCol>
              </a:tblGrid>
              <a:tr h="588778"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Item / Application</a:t>
                      </a:r>
                      <a:endParaRPr lang="en-US" sz="1200"/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WP Pipeline Status</a:t>
                      </a:r>
                      <a:endParaRPr lang="en-US" sz="1200"/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Overall Status</a:t>
                      </a:r>
                      <a:endParaRPr lang="en-US" sz="1200"/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Outstanding Items / Upcoming Activities</a:t>
                      </a:r>
                      <a:endParaRPr lang="en-US" sz="1200"/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121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r>
                        <a:rPr lang="en-US" sz="1100" b="1" kern="1200" baseline="0" dirty="0">
                          <a:solidFill>
                            <a:schemeClr val="bg1"/>
                          </a:solidFill>
                          <a:latin typeface="Open Sans"/>
                          <a:ea typeface="Open Sans"/>
                          <a:cs typeface="Open Sans"/>
                        </a:rPr>
                        <a:t>Service Now</a:t>
                      </a:r>
                      <a:endParaRPr lang="en-US" sz="1100" dirty="0"/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3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Open Sans"/>
                          <a:ea typeface="Open Sans"/>
                          <a:cs typeface="Open Sans"/>
                        </a:rPr>
                        <a:t>●</a:t>
                      </a:r>
                      <a:endParaRPr kumimoji="0" lang="en-US" sz="3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None/>
                      </a:pPr>
                      <a:endParaRPr lang="en-US" sz="1000" b="0" i="0" u="none" strike="noStrike" noProof="0" dirty="0">
                        <a:solidFill>
                          <a:schemeClr val="bg1"/>
                        </a:solidFill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</a:pPr>
                      <a:endParaRPr lang="en-US" sz="1000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</a:pPr>
                      <a:endParaRPr lang="en-US" sz="1000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</a:pPr>
                      <a:endParaRPr lang="en-US" sz="1000" b="0" i="0" u="none" strike="noStrike" kern="1200" noProof="0" dirty="0">
                        <a:solidFill>
                          <a:srgbClr val="242424"/>
                        </a:solidFill>
                        <a:effectLst/>
                        <a:latin typeface="Open San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1148647"/>
                  </a:ext>
                </a:extLst>
              </a:tr>
              <a:tr h="23800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endParaRPr lang="en-US" sz="1100"/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3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None/>
                      </a:pPr>
                      <a:endParaRPr lang="en-US" sz="1000" b="0" i="0" u="none" strike="noStrike" noProof="0">
                        <a:solidFill>
                          <a:schemeClr val="bg1"/>
                        </a:solidFill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</a:pPr>
                      <a:endParaRPr lang="en-US" sz="1000" b="0" i="0" u="none" strike="noStrike" kern="1200" noProof="0" dirty="0">
                        <a:solidFill>
                          <a:srgbClr val="242424"/>
                        </a:solidFill>
                        <a:effectLst/>
                        <a:latin typeface="Open San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8796021"/>
                  </a:ext>
                </a:extLst>
              </a:tr>
            </a:tbl>
          </a:graphicData>
        </a:graphic>
      </p:graphicFrame>
      <p:sp>
        <p:nvSpPr>
          <p:cNvPr id="3" name="Title 8">
            <a:extLst>
              <a:ext uri="{FF2B5EF4-FFF2-40B4-BE49-F238E27FC236}">
                <a16:creationId xmlns:a16="http://schemas.microsoft.com/office/drawing/2014/main" id="{1FE6163C-F534-0490-8070-26B99DDD6E22}"/>
              </a:ext>
            </a:extLst>
          </p:cNvPr>
          <p:cNvSpPr txBox="1">
            <a:spLocks/>
          </p:cNvSpPr>
          <p:nvPr/>
        </p:nvSpPr>
        <p:spPr>
          <a:xfrm>
            <a:off x="-1" y="0"/>
            <a:ext cx="12192001" cy="445692"/>
          </a:xfrm>
          <a:prstGeom prst="rect">
            <a:avLst/>
          </a:prstGeom>
          <a:solidFill>
            <a:srgbClr val="671E75"/>
          </a:solidFill>
        </p:spPr>
        <p:txBody>
          <a:bodyPr vert="horz" lIns="0" tIns="4572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kern="1200" spc="-75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Week Ending </a:t>
            </a:r>
            <a:r>
              <a:rPr lang="en-US" sz="2400" b="1" dirty="0" err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shortDate</a:t>
            </a:r>
            <a:r>
              <a:rPr lang="en-US" sz="2400" b="1" dirty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 - Work Packet Status Report</a:t>
            </a:r>
          </a:p>
        </p:txBody>
      </p:sp>
    </p:spTree>
    <p:extLst>
      <p:ext uri="{BB962C8B-B14F-4D97-AF65-F5344CB8AC3E}">
        <p14:creationId xmlns:p14="http://schemas.microsoft.com/office/powerpoint/2010/main" val="2909823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Object 28" hidden="1">
            <a:extLst>
              <a:ext uri="{FF2B5EF4-FFF2-40B4-BE49-F238E27FC236}">
                <a16:creationId xmlns:a16="http://schemas.microsoft.com/office/drawing/2014/main" id="{3636E115-5E1B-4F14-AF9E-7710AEBB7D1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6" progId="TCLayout.ActiveDocument.1">
                  <p:embed/>
                </p:oleObj>
              </mc:Choice>
              <mc:Fallback>
                <p:oleObj name="think-cell Slide" r:id="rId5" imgW="395" imgH="396" progId="TCLayout.ActiveDocument.1">
                  <p:embed/>
                  <p:pic>
                    <p:nvPicPr>
                      <p:cNvPr id="29" name="Object 28" hidden="1">
                        <a:extLst>
                          <a:ext uri="{FF2B5EF4-FFF2-40B4-BE49-F238E27FC236}">
                            <a16:creationId xmlns:a16="http://schemas.microsoft.com/office/drawing/2014/main" id="{3636E115-5E1B-4F14-AF9E-7710AEBB7D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27" hidden="1">
            <a:extLst>
              <a:ext uri="{FF2B5EF4-FFF2-40B4-BE49-F238E27FC236}">
                <a16:creationId xmlns:a16="http://schemas.microsoft.com/office/drawing/2014/main" id="{3803FD3E-B1A5-4B86-827A-87806B3A1A9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endParaRPr lang="en-US" sz="3600">
              <a:latin typeface="Chronicle Display Black" pitchFamily="50" charset="0"/>
              <a:sym typeface="Chronicle Display Black" pitchFamily="50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9738F60-A9FE-1654-1C8E-910D59D3F843}"/>
              </a:ext>
            </a:extLst>
          </p:cNvPr>
          <p:cNvGrpSpPr/>
          <p:nvPr/>
        </p:nvGrpSpPr>
        <p:grpSpPr>
          <a:xfrm>
            <a:off x="-213830" y="1085056"/>
            <a:ext cx="12619660" cy="4720548"/>
            <a:chOff x="-198085" y="1085056"/>
            <a:chExt cx="12619660" cy="4720548"/>
          </a:xfrm>
        </p:grpSpPr>
        <p:graphicFrame>
          <p:nvGraphicFramePr>
            <p:cNvPr id="12" name="Chart 11">
              <a:extLst>
                <a:ext uri="{FF2B5EF4-FFF2-40B4-BE49-F238E27FC236}">
                  <a16:creationId xmlns:a16="http://schemas.microsoft.com/office/drawing/2014/main" id="{9593DCDB-F8CB-49B3-9AEF-CFC9146AC87D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059215597"/>
                </p:ext>
              </p:extLst>
            </p:nvPr>
          </p:nvGraphicFramePr>
          <p:xfrm>
            <a:off x="-142896" y="1145799"/>
            <a:ext cx="4601471" cy="219713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  <p:graphicFrame>
          <p:nvGraphicFramePr>
            <p:cNvPr id="15" name="Chart 14">
              <a:extLst>
                <a:ext uri="{FF2B5EF4-FFF2-40B4-BE49-F238E27FC236}">
                  <a16:creationId xmlns:a16="http://schemas.microsoft.com/office/drawing/2014/main" id="{D48660F9-9C10-4205-B7BC-0D03B7AC07BB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28404424"/>
                </p:ext>
              </p:extLst>
            </p:nvPr>
          </p:nvGraphicFramePr>
          <p:xfrm>
            <a:off x="3846196" y="3402832"/>
            <a:ext cx="4580853" cy="235043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8"/>
            </a:graphicData>
          </a:graphic>
        </p:graphicFrame>
        <p:graphicFrame>
          <p:nvGraphicFramePr>
            <p:cNvPr id="10" name="Chart 9">
              <a:extLst>
                <a:ext uri="{FF2B5EF4-FFF2-40B4-BE49-F238E27FC236}">
                  <a16:creationId xmlns:a16="http://schemas.microsoft.com/office/drawing/2014/main" id="{1DDEC4AF-17D2-4B8F-9835-5549BC66E677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271574134"/>
                </p:ext>
              </p:extLst>
            </p:nvPr>
          </p:nvGraphicFramePr>
          <p:xfrm>
            <a:off x="7809233" y="3410340"/>
            <a:ext cx="4579171" cy="233541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9"/>
            </a:graphicData>
          </a:graphic>
        </p:graphicFrame>
        <p:graphicFrame>
          <p:nvGraphicFramePr>
            <p:cNvPr id="4" name="Chart 3">
              <a:extLst>
                <a:ext uri="{FF2B5EF4-FFF2-40B4-BE49-F238E27FC236}">
                  <a16:creationId xmlns:a16="http://schemas.microsoft.com/office/drawing/2014/main" id="{8F73F8B6-D25E-47F2-BFFD-FDD187ABD36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548801993"/>
                </p:ext>
              </p:extLst>
            </p:nvPr>
          </p:nvGraphicFramePr>
          <p:xfrm>
            <a:off x="3791739" y="1098393"/>
            <a:ext cx="4689766" cy="230443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0"/>
            </a:graphicData>
          </a:graphic>
        </p:graphicFrame>
        <p:graphicFrame>
          <p:nvGraphicFramePr>
            <p:cNvPr id="5" name="Chart 4">
              <a:extLst>
                <a:ext uri="{FF2B5EF4-FFF2-40B4-BE49-F238E27FC236}">
                  <a16:creationId xmlns:a16="http://schemas.microsoft.com/office/drawing/2014/main" id="{C46D6D57-59A9-252F-536D-6CFA8E676817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825631169"/>
                </p:ext>
              </p:extLst>
            </p:nvPr>
          </p:nvGraphicFramePr>
          <p:xfrm>
            <a:off x="7809233" y="1085056"/>
            <a:ext cx="4612342" cy="230443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1"/>
            </a:graphicData>
          </a:graphic>
        </p:graphicFrame>
        <p:graphicFrame>
          <p:nvGraphicFramePr>
            <p:cNvPr id="3" name="Chart 2">
              <a:extLst>
                <a:ext uri="{FF2B5EF4-FFF2-40B4-BE49-F238E27FC236}">
                  <a16:creationId xmlns:a16="http://schemas.microsoft.com/office/drawing/2014/main" id="{666A6077-2065-0478-19D2-231E607913E4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37374636"/>
                </p:ext>
              </p:extLst>
            </p:nvPr>
          </p:nvGraphicFramePr>
          <p:xfrm>
            <a:off x="-198085" y="3455169"/>
            <a:ext cx="4580853" cy="235043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2"/>
            </a:graphicData>
          </a:graphic>
        </p:graphicFrame>
      </p:grpSp>
      <p:sp>
        <p:nvSpPr>
          <p:cNvPr id="7" name="Title 8">
            <a:extLst>
              <a:ext uri="{FF2B5EF4-FFF2-40B4-BE49-F238E27FC236}">
                <a16:creationId xmlns:a16="http://schemas.microsoft.com/office/drawing/2014/main" id="{1BC6CA72-97A4-B651-D3FD-5F4F9F92BC64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200234" cy="464218"/>
          </a:xfrm>
          <a:prstGeom prst="rect">
            <a:avLst/>
          </a:prstGeom>
          <a:solidFill>
            <a:srgbClr val="671E75"/>
          </a:solidFill>
        </p:spPr>
        <p:txBody>
          <a:bodyPr vert="horz" lIns="0" tIns="4572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kern="1200" spc="-75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Week Ending </a:t>
            </a:r>
            <a:r>
              <a:rPr lang="en-US" sz="2400" b="1" dirty="0" err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shortDate</a:t>
            </a:r>
            <a:r>
              <a:rPr lang="en-US" sz="2400" b="1" dirty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 - Work Packet Status Report</a:t>
            </a:r>
          </a:p>
        </p:txBody>
      </p:sp>
    </p:spTree>
    <p:extLst>
      <p:ext uri="{BB962C8B-B14F-4D97-AF65-F5344CB8AC3E}">
        <p14:creationId xmlns:p14="http://schemas.microsoft.com/office/powerpoint/2010/main" val="2947267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Object 28" hidden="1">
            <a:extLst>
              <a:ext uri="{FF2B5EF4-FFF2-40B4-BE49-F238E27FC236}">
                <a16:creationId xmlns:a16="http://schemas.microsoft.com/office/drawing/2014/main" id="{3636E115-5E1B-4F14-AF9E-7710AEBB7D1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6" progId="TCLayout.ActiveDocument.1">
                  <p:embed/>
                </p:oleObj>
              </mc:Choice>
              <mc:Fallback>
                <p:oleObj name="think-cell Slide" r:id="rId5" imgW="395" imgH="396" progId="TCLayout.ActiveDocument.1">
                  <p:embed/>
                  <p:pic>
                    <p:nvPicPr>
                      <p:cNvPr id="29" name="Object 28" hidden="1">
                        <a:extLst>
                          <a:ext uri="{FF2B5EF4-FFF2-40B4-BE49-F238E27FC236}">
                            <a16:creationId xmlns:a16="http://schemas.microsoft.com/office/drawing/2014/main" id="{3636E115-5E1B-4F14-AF9E-7710AEBB7D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27" hidden="1">
            <a:extLst>
              <a:ext uri="{FF2B5EF4-FFF2-40B4-BE49-F238E27FC236}">
                <a16:creationId xmlns:a16="http://schemas.microsoft.com/office/drawing/2014/main" id="{3803FD3E-B1A5-4B86-827A-87806B3A1A9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endParaRPr lang="en-US" sz="3600">
              <a:latin typeface="Chronicle Display Black" pitchFamily="50" charset="0"/>
              <a:sym typeface="Chronicle Display Black" pitchFamily="50" charset="0"/>
            </a:endParaRP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9593DCDB-F8CB-49B3-9AEF-CFC9146AC8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7032336"/>
              </p:ext>
            </p:extLst>
          </p:nvPr>
        </p:nvGraphicFramePr>
        <p:xfrm>
          <a:off x="3803207" y="3599644"/>
          <a:ext cx="4585587" cy="22507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F73F8B6-D25E-47F2-BFFD-FDD187ABD3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1630676"/>
              </p:ext>
            </p:extLst>
          </p:nvPr>
        </p:nvGraphicFramePr>
        <p:xfrm>
          <a:off x="867956" y="1124561"/>
          <a:ext cx="4689766" cy="23044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8E2596A8-71AF-EF69-987B-E337D646CA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5408599"/>
              </p:ext>
            </p:extLst>
          </p:nvPr>
        </p:nvGraphicFramePr>
        <p:xfrm>
          <a:off x="7126575" y="1178212"/>
          <a:ext cx="3596750" cy="22507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3" name="Title 8">
            <a:extLst>
              <a:ext uri="{FF2B5EF4-FFF2-40B4-BE49-F238E27FC236}">
                <a16:creationId xmlns:a16="http://schemas.microsoft.com/office/drawing/2014/main" id="{76C02369-2DE7-DFC3-A69E-5A0A1AE1D969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200234" cy="464218"/>
          </a:xfrm>
          <a:prstGeom prst="rect">
            <a:avLst/>
          </a:prstGeom>
          <a:solidFill>
            <a:srgbClr val="671E75"/>
          </a:solidFill>
        </p:spPr>
        <p:txBody>
          <a:bodyPr vert="horz" lIns="0" tIns="4572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kern="1200" spc="-75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Week Ending </a:t>
            </a:r>
            <a:r>
              <a:rPr lang="en-US" sz="2400" b="1" dirty="0" err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shortDate</a:t>
            </a:r>
            <a:r>
              <a:rPr lang="en-US" sz="2400" b="1" dirty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 - Work Packet Status Report</a:t>
            </a:r>
          </a:p>
        </p:txBody>
      </p:sp>
    </p:spTree>
    <p:extLst>
      <p:ext uri="{BB962C8B-B14F-4D97-AF65-F5344CB8AC3E}">
        <p14:creationId xmlns:p14="http://schemas.microsoft.com/office/powerpoint/2010/main" val="298816664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PS2ZriRwOZ_IuZru1j7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PS2ZriRwOZ_IuZru1j7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PS2ZriRwOZ_IuZru1j7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PS2ZriRwOZ_IuZru1j7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PS2ZriRwOZ_IuZru1j7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PS2ZriRwOZ_IuZru1j7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PS2ZriRwOZ_IuZru1j7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PS2ZriRwOZ_IuZru1j7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PS2ZriRwOZ_IuZru1j7g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FF8A9E3-6F3C-4856-9A3E-7D997EC800EF}">
  <we:reference id="412591f7-1c94-4fad-a2de-1f1a9f181c0c" version="1.0.0.1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0c8cfcba-b016-4e30-8556-6f1cb7c975af">
      <UserInfo>
        <DisplayName>Choudhary, Babita</DisplayName>
        <AccountId>49</AccountId>
        <AccountType/>
      </UserInfo>
    </SharedWithUsers>
    <TaxCatchAll xmlns="0c8cfcba-b016-4e30-8556-6f1cb7c975af" xsi:nil="true"/>
    <lcf76f155ced4ddcb4097134ff3c332f xmlns="21eabdcc-72ab-4064-9f46-5100b1dc17a4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5E5BA06A902547B72725678B9AC8F3" ma:contentTypeVersion="16" ma:contentTypeDescription="Create a new document." ma:contentTypeScope="" ma:versionID="271747c30a1d0c6f35a5932e18e305f5">
  <xsd:schema xmlns:xsd="http://www.w3.org/2001/XMLSchema" xmlns:xs="http://www.w3.org/2001/XMLSchema" xmlns:p="http://schemas.microsoft.com/office/2006/metadata/properties" xmlns:ns2="21eabdcc-72ab-4064-9f46-5100b1dc17a4" xmlns:ns3="0c8cfcba-b016-4e30-8556-6f1cb7c975af" targetNamespace="http://schemas.microsoft.com/office/2006/metadata/properties" ma:root="true" ma:fieldsID="0af4f099e4a2bd447a847ed71e35eb91" ns2:_="" ns3:_="">
    <xsd:import namespace="21eabdcc-72ab-4064-9f46-5100b1dc17a4"/>
    <xsd:import namespace="0c8cfcba-b016-4e30-8556-6f1cb7c975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eabdcc-72ab-4064-9f46-5100b1dc17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8cfcba-b016-4e30-8556-6f1cb7c975a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1b69687-e3b3-42f9-8e99-a69d61ab0aa7}" ma:internalName="TaxCatchAll" ma:showField="CatchAllData" ma:web="0c8cfcba-b016-4e30-8556-6f1cb7c975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0FE039-71A2-40B4-A75C-21F3CDB51F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D88867B-BE9D-4D7C-80E8-0A5B242C20CF}">
  <ds:schemaRefs>
    <ds:schemaRef ds:uri="0c8cfcba-b016-4e30-8556-6f1cb7c975af"/>
    <ds:schemaRef ds:uri="21eabdcc-72ab-4064-9f46-5100b1dc17a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A4F9743-95BA-4C12-87A3-813E241F842B}">
  <ds:schemaRefs>
    <ds:schemaRef ds:uri="0c8cfcba-b016-4e30-8556-6f1cb7c975af"/>
    <ds:schemaRef ds:uri="21eabdcc-72ab-4064-9f46-5100b1dc17a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Deloitte 16_9 onscreen</Template>
  <TotalTime>103</TotalTime>
  <Words>424</Words>
  <Application>Microsoft Office PowerPoint</Application>
  <PresentationFormat>Widescreen</PresentationFormat>
  <Paragraphs>158</Paragraphs>
  <Slides>10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Arial,Sans-Serif</vt:lpstr>
      <vt:lpstr>Calibri</vt:lpstr>
      <vt:lpstr>Chronicle Display Black</vt:lpstr>
      <vt:lpstr>Open Sans</vt:lpstr>
      <vt:lpstr>Wingdings</vt:lpstr>
      <vt:lpstr>1_Office Theme</vt:lpstr>
      <vt:lpstr>think-cell Slide</vt:lpstr>
      <vt:lpstr>Weekly CHRISTUS Health Deloitte Build Team Status Report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 A, Hariharan</dc:creator>
  <cp:lastModifiedBy>Kumar, Akshaya</cp:lastModifiedBy>
  <cp:revision>14</cp:revision>
  <dcterms:created xsi:type="dcterms:W3CDTF">2021-09-30T10:57:45Z</dcterms:created>
  <dcterms:modified xsi:type="dcterms:W3CDTF">2026-08-14T08:53:26Z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a60d57e-af5b-4752-ac57-3e4f28ca11dc_Enabled">
    <vt:lpwstr>true</vt:lpwstr>
  </property>
  <property fmtid="{D5CDD505-2E9C-101B-9397-08002B2CF9AE}" pid="3" name="MSIP_Label_ea60d57e-af5b-4752-ac57-3e4f28ca11dc_SetDate">
    <vt:lpwstr>2021-09-30T10:57:45Z</vt:lpwstr>
  </property>
  <property fmtid="{D5CDD505-2E9C-101B-9397-08002B2CF9AE}" pid="4" name="MSIP_Label_ea60d57e-af5b-4752-ac57-3e4f28ca11dc_Method">
    <vt:lpwstr>Standard</vt:lpwstr>
  </property>
  <property fmtid="{D5CDD505-2E9C-101B-9397-08002B2CF9AE}" pid="5" name="MSIP_Label_ea60d57e-af5b-4752-ac57-3e4f28ca11dc_Name">
    <vt:lpwstr>ea60d57e-af5b-4752-ac57-3e4f28ca11dc</vt:lpwstr>
  </property>
  <property fmtid="{D5CDD505-2E9C-101B-9397-08002B2CF9AE}" pid="6" name="MSIP_Label_ea60d57e-af5b-4752-ac57-3e4f28ca11dc_SiteId">
    <vt:lpwstr>36da45f1-dd2c-4d1f-af13-5abe46b99921</vt:lpwstr>
  </property>
  <property fmtid="{D5CDD505-2E9C-101B-9397-08002B2CF9AE}" pid="7" name="MSIP_Label_ea60d57e-af5b-4752-ac57-3e4f28ca11dc_ActionId">
    <vt:lpwstr>b7a8ca17-954c-4c13-ab1c-82ed3c92e115</vt:lpwstr>
  </property>
  <property fmtid="{D5CDD505-2E9C-101B-9397-08002B2CF9AE}" pid="8" name="MSIP_Label_ea60d57e-af5b-4752-ac57-3e4f28ca11dc_ContentBits">
    <vt:lpwstr>0</vt:lpwstr>
  </property>
  <property fmtid="{D5CDD505-2E9C-101B-9397-08002B2CF9AE}" pid="9" name="ContentTypeId">
    <vt:lpwstr>0x010100BE5E5BA06A902547B72725678B9AC8F3</vt:lpwstr>
  </property>
  <property fmtid="{D5CDD505-2E9C-101B-9397-08002B2CF9AE}" pid="10" name="MediaServiceImageTags">
    <vt:lpwstr/>
  </property>
  <property fmtid="{D5CDD505-2E9C-101B-9397-08002B2CF9AE}" pid="11" name="MSIP_Label_ea60d57e-af5b-4752-ac57-3e4f28ca11dc_Tag">
    <vt:lpwstr>10, 3, 0, 2</vt:lpwstr>
  </property>
</Properties>
</file>