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ags/tag1.xml" ContentType="application/vnd.openxmlformats-officedocument.presentationml.tags+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 id="2147483703" r:id="rId5"/>
  </p:sldMasterIdLst>
  <p:notesMasterIdLst>
    <p:notesMasterId r:id="rId11"/>
  </p:notesMasterIdLst>
  <p:sldIdLst>
    <p:sldId id="341" r:id="rId6"/>
    <p:sldId id="2147308224" r:id="rId7"/>
    <p:sldId id="2147308236" r:id="rId8"/>
    <p:sldId id="2147308235" r:id="rId9"/>
    <p:sldId id="214730823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9D0904-8F18-C927-0012-2C789813EF35}" name="Rawat, Pragati" initials="PR" userId="S::pragrawat@deloitte.com::9b4df913-7eb4-456c-8eee-342fbb4de8cb" providerId="AD"/>
  <p188:author id="{2C108949-F49F-D0F9-EFB8-8E7688ABE62E}" name="Kumar, Nitish" initials="NK" userId="S::nitishkumar44@deloitte.com::a8398cf0-a0f8-4fd6-ac2e-c367d0f58972" providerId="AD"/>
  <p188:author id="{025AA5CB-28FE-54DE-4CE5-665B8E781502}" name="Gupta, Tanu" initials="GT" userId="S::tgupta10@deloitte.com::4974e56d-c64b-4d79-9c56-1c72db121f1c" providerId="AD"/>
  <p188:author id="{46D126CD-EA8D-23E1-BF8F-4553E81F1A84}" name="Zalavadia, Parth" initials="PZ" userId="S::pjagdishzalavadia@deloitte.com::f6ed9717-0e3e-4b6f-b56b-4d9d3d94e88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8" d="100"/>
          <a:sy n="58" d="100"/>
        </p:scale>
        <p:origin x="9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IN" sz="1400"/>
              <a:t>Data Courier Requests</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3175026889368541"/>
          <c:y val="0.2475071960287708"/>
          <c:w val="0.53649946221262923"/>
          <c:h val="0.70379781801293184"/>
        </c:manualLayout>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0470-4ED1-A9F5-278C759A9DBD}"/>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0470-4ED1-A9F5-278C759A9DBD}"/>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0470-4ED1-A9F5-278C759A9DBD}"/>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US"/>
                </a:p>
              </c:txPr>
              <c:dLblPos val="outEnd"/>
              <c:showLegendKey val="0"/>
              <c:showVal val="1"/>
              <c:showCatName val="1"/>
              <c:showSerName val="0"/>
              <c:showPercent val="1"/>
              <c:showBubbleSize val="0"/>
              <c:extLst>
                <c:ext xmlns:c16="http://schemas.microsoft.com/office/drawing/2014/chart" uri="{C3380CC4-5D6E-409C-BE32-E72D297353CC}">
                  <c16:uniqueId val="{00000001-0470-4ED1-A9F5-278C759A9DBD}"/>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US"/>
                </a:p>
              </c:txPr>
              <c:dLblPos val="outEnd"/>
              <c:showLegendKey val="0"/>
              <c:showVal val="1"/>
              <c:showCatName val="1"/>
              <c:showSerName val="0"/>
              <c:showPercent val="1"/>
              <c:showBubbleSize val="0"/>
              <c:extLst>
                <c:ext xmlns:c15="http://schemas.microsoft.com/office/drawing/2012/chart" uri="{CE6537A1-D6FC-4f65-9D91-7224C49458BB}">
                  <c15:layout>
                    <c:manualLayout>
                      <c:w val="0.21864648862259112"/>
                      <c:h val="0.11120090362605725"/>
                    </c:manualLayout>
                  </c15:layout>
                </c:ext>
                <c:ext xmlns:c16="http://schemas.microsoft.com/office/drawing/2014/chart" uri="{C3380CC4-5D6E-409C-BE32-E72D297353CC}">
                  <c16:uniqueId val="{00000003-0470-4ED1-A9F5-278C759A9DBD}"/>
                </c:ext>
              </c:extLst>
            </c:dLbl>
            <c:dLbl>
              <c:idx val="2"/>
              <c:layout>
                <c:manualLayout>
                  <c:x val="8.4094803316381202E-3"/>
                  <c:y val="2.2063671354376438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US"/>
                </a:p>
              </c:txPr>
              <c:dLblPos val="bestFit"/>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0470-4ED1-A9F5-278C759A9DBD}"/>
                </c:ext>
              </c:extLst>
            </c:dLbl>
            <c:spPr>
              <a:noFill/>
              <a:ln>
                <a:noFill/>
              </a:ln>
              <a:effectLst/>
            </c:spPr>
            <c:dLblPos val="outEnd"/>
            <c:showLegendKey val="0"/>
            <c:showVal val="1"/>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Sheet1!$A$1:$C$1</c:f>
              <c:strCache>
                <c:ptCount val="3"/>
                <c:pt idx="0">
                  <c:v>POC to TST</c:v>
                </c:pt>
                <c:pt idx="1">
                  <c:v>TST to PRD</c:v>
                </c:pt>
                <c:pt idx="2">
                  <c:v>Others</c:v>
                </c:pt>
              </c:strCache>
            </c:strRef>
          </c:cat>
          <c:val>
            <c:numRef>
              <c:f>Sheet1!$A$2:$C$2</c:f>
              <c:numCache>
                <c:formatCode>General</c:formatCode>
                <c:ptCount val="3"/>
                <c:pt idx="0">
                  <c:v>77</c:v>
                </c:pt>
                <c:pt idx="1">
                  <c:v>76</c:v>
                </c:pt>
                <c:pt idx="2">
                  <c:v>1</c:v>
                </c:pt>
              </c:numCache>
            </c:numRef>
          </c:val>
          <c:extLst>
            <c:ext xmlns:c16="http://schemas.microsoft.com/office/drawing/2014/chart" uri="{C3380CC4-5D6E-409C-BE32-E72D297353CC}">
              <c16:uniqueId val="{00000006-0470-4ED1-A9F5-278C759A9DBD}"/>
            </c:ext>
          </c:extLst>
        </c:ser>
        <c:dLbls>
          <c:dLblPos val="outEnd"/>
          <c:showLegendKey val="0"/>
          <c:showVal val="0"/>
          <c:showCatName val="0"/>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797D90-7FEB-4D5D-A93F-98C879121476}" type="datetimeFigureOut">
              <a:rPr lang="en-US" smtClean="0"/>
              <a:t>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1BB92-0BD7-4B7C-BF6D-BAF223B3ED49}" type="slidenum">
              <a:rPr lang="en-US" smtClean="0"/>
              <a:t>‹#›</a:t>
            </a:fld>
            <a:endParaRPr lang="en-US"/>
          </a:p>
        </p:txBody>
      </p:sp>
    </p:spTree>
    <p:extLst>
      <p:ext uri="{BB962C8B-B14F-4D97-AF65-F5344CB8AC3E}">
        <p14:creationId xmlns:p14="http://schemas.microsoft.com/office/powerpoint/2010/main" val="662135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7978366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AE1BB92-0BD7-4B7C-BF6D-BAF223B3ED49}" type="slidenum">
              <a:rPr lang="en-US" smtClean="0"/>
              <a:t>2</a:t>
            </a:fld>
            <a:endParaRPr lang="en-US"/>
          </a:p>
        </p:txBody>
      </p:sp>
    </p:spTree>
    <p:extLst>
      <p:ext uri="{BB962C8B-B14F-4D97-AF65-F5344CB8AC3E}">
        <p14:creationId xmlns:p14="http://schemas.microsoft.com/office/powerpoint/2010/main" val="556762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FDDFF-CF4A-7E60-0FEE-D3ABC22841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B3E03-7FF9-E8F0-CDCE-DB8DAE95D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A2966-11D8-FCF1-CE2F-25C8E986EF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1FDA98-D49F-323A-718A-AD7A8495FEB3}"/>
              </a:ext>
            </a:extLst>
          </p:cNvPr>
          <p:cNvSpPr>
            <a:spLocks noGrp="1"/>
          </p:cNvSpPr>
          <p:nvPr>
            <p:ph type="sldNum" sz="quarter" idx="5"/>
          </p:nvPr>
        </p:nvSpPr>
        <p:spPr/>
        <p:txBody>
          <a:bodyPr/>
          <a:lstStyle/>
          <a:p>
            <a:fld id="{4AE1BB92-0BD7-4B7C-BF6D-BAF223B3ED49}" type="slidenum">
              <a:rPr lang="en-US" smtClean="0"/>
              <a:t>3</a:t>
            </a:fld>
            <a:endParaRPr lang="en-US"/>
          </a:p>
        </p:txBody>
      </p:sp>
    </p:spTree>
    <p:extLst>
      <p:ext uri="{BB962C8B-B14F-4D97-AF65-F5344CB8AC3E}">
        <p14:creationId xmlns:p14="http://schemas.microsoft.com/office/powerpoint/2010/main" val="38333734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0.emf"/></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6.xml"/><Relationship Id="rId4" Type="http://schemas.openxmlformats.org/officeDocument/2006/relationships/image" Target="../media/image12.emf"/></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423042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97039012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34172245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37985775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59428449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47824555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18236181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08451217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0034299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159607550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3291692937"/>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84090471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8"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5894496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32493534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425950668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11743279"/>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60998913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5085930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846062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97719540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75118029"/>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68952309"/>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5709174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961531301"/>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7962553"/>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088934741"/>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968864711"/>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8405928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6171354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129066213"/>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99992825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382955900"/>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Tree>
    <p:extLst>
      <p:ext uri="{BB962C8B-B14F-4D97-AF65-F5344CB8AC3E}">
        <p14:creationId xmlns:p14="http://schemas.microsoft.com/office/powerpoint/2010/main" val="3562311182"/>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06561872"/>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10255743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11535525"/>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2019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953016188"/>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65065335"/>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48492614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109883"/>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475325" y="4102100"/>
            <a:ext cx="8555263" cy="2197101"/>
          </a:xfrm>
        </p:spPr>
        <p:txBody>
          <a:bodyPr anchor="b" anchorCtr="0">
            <a:noAutofit/>
          </a:bodyPr>
          <a:lstStyle>
            <a:lvl1pPr>
              <a:lnSpc>
                <a:spcPct val="100000"/>
              </a:lnSpc>
              <a:spcAft>
                <a:spcPts val="800"/>
              </a:spcAft>
              <a:defRPr sz="900"/>
            </a:lvl1pPr>
          </a:lstStyle>
          <a:p>
            <a:pPr lvl="0"/>
            <a:r>
              <a:rPr lang="en-US" noProof="0"/>
              <a:t>Click to edit Master text styles</a:t>
            </a:r>
          </a:p>
        </p:txBody>
      </p:sp>
      <p:sp>
        <p:nvSpPr>
          <p:cNvPr id="3" name="Picture Placeholder 2"/>
          <p:cNvSpPr>
            <a:spLocks noGrp="1"/>
          </p:cNvSpPr>
          <p:nvPr>
            <p:ph type="pic" sz="quarter" idx="14" hasCustomPrompt="1"/>
          </p:nvPr>
        </p:nvSpPr>
        <p:spPr>
          <a:xfrm>
            <a:off x="9402597" y="4102100"/>
            <a:ext cx="2319503" cy="1725448"/>
          </a:xfrm>
        </p:spPr>
        <p:txBody>
          <a:bodyPr anchor="ctr" anchorCtr="0"/>
          <a:lstStyle>
            <a:lvl1pPr algn="ctr">
              <a:defRPr sz="1200"/>
            </a:lvl1pPr>
          </a:lstStyle>
          <a:p>
            <a:r>
              <a:rPr lang="en-US" sz="1200" noProof="0"/>
              <a:t>Insert sponsorship mark here</a:t>
            </a:r>
            <a:endParaRPr lang="en-US" noProof="0"/>
          </a:p>
        </p:txBody>
      </p:sp>
      <p:sp>
        <p:nvSpPr>
          <p:cNvPr id="8" name="Text Placeholder 7"/>
          <p:cNvSpPr>
            <a:spLocks noGrp="1"/>
          </p:cNvSpPr>
          <p:nvPr>
            <p:ph type="body" sz="quarter" idx="15"/>
          </p:nvPr>
        </p:nvSpPr>
        <p:spPr>
          <a:xfrm>
            <a:off x="9402598" y="5935479"/>
            <a:ext cx="2319501" cy="363723"/>
          </a:xfrm>
        </p:spPr>
        <p:txBody>
          <a:bodyPr anchor="b" anchorCtr="0"/>
          <a:lstStyle>
            <a:lvl1pPr>
              <a:lnSpc>
                <a:spcPct val="100000"/>
              </a:lnSpc>
              <a:defRPr sz="1267"/>
            </a:lvl1pPr>
          </a:lstStyle>
          <a:p>
            <a:pPr lvl="0"/>
            <a:r>
              <a:rPr lang="en-US" noProof="0"/>
              <a:t>Click to edit Master text styles</a:t>
            </a:r>
          </a:p>
        </p:txBody>
      </p:sp>
      <p:grpSp>
        <p:nvGrpSpPr>
          <p:cNvPr id="20" name="Group 19"/>
          <p:cNvGrpSpPr>
            <a:grpSpLocks noChangeAspect="1"/>
          </p:cNvGrpSpPr>
          <p:nvPr userDrawn="1"/>
        </p:nvGrpSpPr>
        <p:grpSpPr>
          <a:xfrm>
            <a:off x="475325" y="457200"/>
            <a:ext cx="1998000" cy="374400"/>
            <a:chOff x="398463" y="404813"/>
            <a:chExt cx="1627187" cy="307976"/>
          </a:xfrm>
          <a:solidFill>
            <a:schemeClr val="tx1"/>
          </a:solidFill>
        </p:grpSpPr>
        <p:sp>
          <p:nvSpPr>
            <p:cNvPr id="2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8503012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whit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pic>
        <p:nvPicPr>
          <p:cNvPr id="4" name="Picture 3" descr="A picture containing plant&#10;&#10;Description automatically generated">
            <a:extLst>
              <a:ext uri="{FF2B5EF4-FFF2-40B4-BE49-F238E27FC236}">
                <a16:creationId xmlns:a16="http://schemas.microsoft.com/office/drawing/2014/main" id="{F66BE470-C8BF-4238-A5E8-75CAFDD3025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95626" y="1364196"/>
            <a:ext cx="4200748" cy="4129609"/>
          </a:xfrm>
          <a:prstGeom prst="rect">
            <a:avLst/>
          </a:prstGeom>
        </p:spPr>
      </p:pic>
    </p:spTree>
    <p:extLst>
      <p:ext uri="{BB962C8B-B14F-4D97-AF65-F5344CB8AC3E}">
        <p14:creationId xmlns:p14="http://schemas.microsoft.com/office/powerpoint/2010/main" val="2667818825"/>
      </p:ext>
    </p:extLst>
  </p:cSld>
  <p:clrMapOvr>
    <a:masterClrMapping/>
  </p:clrMapOvr>
  <p:transition>
    <p:fade/>
  </p:transition>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632284C-860E-42DD-BBA5-426D0FC1023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H="1">
            <a:off x="62027" y="0"/>
            <a:ext cx="12192000" cy="6858000"/>
          </a:xfrm>
          <a:prstGeom prst="rect">
            <a:avLst/>
          </a:prstGeom>
          <a:solidFill>
            <a:schemeClr val="accent5"/>
          </a:solidFill>
        </p:spPr>
      </p:pic>
      <p:sp>
        <p:nvSpPr>
          <p:cNvPr id="7" name="Rectangle 6">
            <a:extLst>
              <a:ext uri="{FF2B5EF4-FFF2-40B4-BE49-F238E27FC236}">
                <a16:creationId xmlns:a16="http://schemas.microsoft.com/office/drawing/2014/main" id="{35BDC220-FDA0-41D7-98BA-BB440BC4A90B}"/>
              </a:ext>
            </a:extLst>
          </p:cNvPr>
          <p:cNvSpPr/>
          <p:nvPr userDrawn="1"/>
        </p:nvSpPr>
        <p:spPr bwMode="gray">
          <a:xfrm>
            <a:off x="11568701" y="6482993"/>
            <a:ext cx="503434" cy="37500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3DAD1E82-7DE3-46EF-9065-6719F60566AC}"/>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latin typeface="Open Sans" panose="020B0606030504020204" pitchFamily="34" charset="0"/>
                <a:ea typeface="Open Sans" panose="020B0606030504020204" pitchFamily="34" charset="0"/>
                <a:cs typeface="Open Sans" panose="020B0606030504020204" pitchFamily="34" charset="0"/>
              </a:rPr>
              <a:pPr marL="0" indent="0" algn="r">
                <a:spcBef>
                  <a:spcPts val="800"/>
                </a:spcBef>
                <a:buSzPct val="100000"/>
                <a:buFont typeface="Arial"/>
                <a:buNone/>
              </a:pPr>
              <a:t>‹#›</a:t>
            </a:fld>
            <a:endParaRPr lang="en-US" sz="650" noProof="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8" name="Title Placeholder 1">
            <a:extLst>
              <a:ext uri="{FF2B5EF4-FFF2-40B4-BE49-F238E27FC236}">
                <a16:creationId xmlns:a16="http://schemas.microsoft.com/office/drawing/2014/main" id="{A791C14F-ED57-4012-8301-39F6E6B9EEC6}"/>
              </a:ext>
            </a:extLst>
          </p:cNvPr>
          <p:cNvSpPr>
            <a:spLocks noGrp="1"/>
          </p:cNvSpPr>
          <p:nvPr>
            <p:ph type="title" hasCustomPrompt="1"/>
          </p:nvPr>
        </p:nvSpPr>
        <p:spPr>
          <a:xfrm>
            <a:off x="551688" y="238607"/>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kern="1200" noProof="0" dirty="0">
                <a:solidFill>
                  <a:schemeClr val="tx1">
                    <a:lumMod val="85000"/>
                    <a:lumOff val="15000"/>
                  </a:schemeClr>
                </a:solidFill>
                <a:latin typeface="+mj-lt"/>
                <a:ea typeface="Open Sans SemiBold" panose="020B0706030804020204" pitchFamily="34" charset="0"/>
                <a:cs typeface="Open Sans SemiBold" panose="020B0706030804020204" pitchFamily="34" charset="0"/>
              </a:defRPr>
            </a:lvl1pPr>
          </a:lstStyle>
          <a:p>
            <a:r>
              <a:rPr lang="en-US" noProof="0"/>
              <a:t>Click to add title</a:t>
            </a:r>
          </a:p>
        </p:txBody>
      </p:sp>
      <p:sp>
        <p:nvSpPr>
          <p:cNvPr id="8" name="TextBox 7">
            <a:extLst>
              <a:ext uri="{FF2B5EF4-FFF2-40B4-BE49-F238E27FC236}">
                <a16:creationId xmlns:a16="http://schemas.microsoft.com/office/drawing/2014/main" id="{9EF341B1-E9D0-46FF-8108-3DAD5BFD0467}"/>
              </a:ext>
            </a:extLst>
          </p:cNvPr>
          <p:cNvSpPr txBox="1"/>
          <p:nvPr userDrawn="1"/>
        </p:nvSpPr>
        <p:spPr>
          <a:xfrm>
            <a:off x="10169006" y="3974"/>
            <a:ext cx="2483893" cy="276999"/>
          </a:xfrm>
          <a:prstGeom prst="rect">
            <a:avLst/>
          </a:prstGeom>
          <a:noFill/>
        </p:spPr>
        <p:txBody>
          <a:bodyPr vert="horz" wrap="square" lIns="0" tIns="0" rIns="0" bIns="0" rtlCol="0">
            <a:spAutoFit/>
          </a:bodyPr>
          <a:lstStyle/>
          <a:p>
            <a:pPr>
              <a:spcBef>
                <a:spcPts val="200"/>
              </a:spcBef>
              <a:buSzPct val="100000"/>
            </a:pPr>
            <a:r>
              <a:rPr lang="en-US" sz="1800" b="1" i="1">
                <a:solidFill>
                  <a:srgbClr val="FF0000"/>
                </a:solidFill>
              </a:rPr>
              <a:t>TO BE COMPLETED</a:t>
            </a:r>
          </a:p>
        </p:txBody>
      </p:sp>
    </p:spTree>
    <p:extLst>
      <p:ext uri="{BB962C8B-B14F-4D97-AF65-F5344CB8AC3E}">
        <p14:creationId xmlns:p14="http://schemas.microsoft.com/office/powerpoint/2010/main" val="409741245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37424282"/>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over_E&amp;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5050175"/>
            <a:ext cx="4407673" cy="897983"/>
          </a:xfrm>
        </p:spPr>
        <p:txBody>
          <a:bodyPr anchor="b" anchorCtr="0"/>
          <a:lstStyle>
            <a:lvl1pPr>
              <a:lnSpc>
                <a:spcPct val="85000"/>
              </a:lnSpc>
              <a:defRPr sz="2800" b="1" i="0" baseline="0">
                <a:latin typeface="Open Sans" panose="020B0606030504020204" pitchFamily="34" charset="0"/>
                <a:ea typeface="Open Sans" panose="020B0606030504020204" pitchFamily="34" charset="0"/>
                <a:cs typeface="Open Sans" panose="020B0606030504020204" pitchFamily="34" charset="0"/>
              </a:defRPr>
            </a:lvl1pPr>
          </a:lstStyle>
          <a:p>
            <a:r>
              <a:rPr lang="en-US"/>
              <a:t>Click to edit title</a:t>
            </a:r>
          </a:p>
        </p:txBody>
      </p:sp>
      <p:sp>
        <p:nvSpPr>
          <p:cNvPr id="6" name="Text Placeholder 9"/>
          <p:cNvSpPr>
            <a:spLocks noGrp="1"/>
          </p:cNvSpPr>
          <p:nvPr>
            <p:ph type="body" sz="quarter" idx="16" hasCustomPrompt="1"/>
          </p:nvPr>
        </p:nvSpPr>
        <p:spPr>
          <a:xfrm>
            <a:off x="914402" y="5955653"/>
            <a:ext cx="4407673" cy="478209"/>
          </a:xfrm>
        </p:spPr>
        <p:txBody>
          <a:bodyPr vert="horz" lIns="0" tIns="0" rIns="0" bIns="0" rtlCol="0" anchor="b">
            <a:noAutofit/>
          </a:bodyPr>
          <a:lstStyle>
            <a:lvl1pPr marL="0" indent="0">
              <a:lnSpc>
                <a:spcPct val="100000"/>
              </a:lnSpc>
              <a:spcBef>
                <a:spcPts val="0"/>
              </a:spcBef>
              <a:buNone/>
              <a:defRPr lang="en-US" sz="1200" dirty="0"/>
            </a:lvl1pPr>
          </a:lstStyle>
          <a:p>
            <a:pPr marL="228600" lvl="0" indent="-228600">
              <a:lnSpc>
                <a:spcPct val="130000"/>
              </a:lnSpc>
            </a:pPr>
            <a:r>
              <a:rPr lang="en-US"/>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accent1"/>
                </a:solidFill>
                <a:ea typeface="Nexa Black" charset="0"/>
                <a:cs typeface="Nexa Black" charset="0"/>
              </a:defRPr>
            </a:lvl1pPr>
          </a:lstStyle>
          <a:p>
            <a:pPr marL="228600" lvl="0" indent="-228600"/>
            <a:r>
              <a:rPr lang="en-US"/>
              <a:t>Date</a:t>
            </a:r>
          </a:p>
        </p:txBody>
      </p:sp>
      <p:pic>
        <p:nvPicPr>
          <p:cNvPr id="4" name="Picture 3">
            <a:extLst>
              <a:ext uri="{FF2B5EF4-FFF2-40B4-BE49-F238E27FC236}">
                <a16:creationId xmlns:a16="http://schemas.microsoft.com/office/drawing/2014/main" id="{B72A9D20-3652-174C-BE6D-72C7BF87C4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6993" y="349882"/>
            <a:ext cx="2213501" cy="897983"/>
          </a:xfrm>
          <a:prstGeom prst="rect">
            <a:avLst/>
          </a:prstGeom>
        </p:spPr>
      </p:pic>
      <p:pic>
        <p:nvPicPr>
          <p:cNvPr id="5" name="Picture 4">
            <a:extLst>
              <a:ext uri="{FF2B5EF4-FFF2-40B4-BE49-F238E27FC236}">
                <a16:creationId xmlns:a16="http://schemas.microsoft.com/office/drawing/2014/main" id="{9F34DF57-58A3-F04E-B512-DD6DC1A2D4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09313" y="6021671"/>
            <a:ext cx="1368287" cy="397201"/>
          </a:xfrm>
          <a:prstGeom prst="rect">
            <a:avLst/>
          </a:prstGeom>
        </p:spPr>
      </p:pic>
      <p:pic>
        <p:nvPicPr>
          <p:cNvPr id="9" name="Picture Placeholder 10">
            <a:extLst>
              <a:ext uri="{FF2B5EF4-FFF2-40B4-BE49-F238E27FC236}">
                <a16:creationId xmlns:a16="http://schemas.microsoft.com/office/drawing/2014/main" id="{2BFF498D-72AB-2247-8A9F-49FCDAD3C402}"/>
              </a:ext>
            </a:extLst>
          </p:cNvPr>
          <p:cNvPicPr>
            <a:picLocks noChangeAspect="1"/>
          </p:cNvPicPr>
          <p:nvPr userDrawn="1"/>
        </p:nvPicPr>
        <p:blipFill>
          <a:blip r:embed="rId4">
            <a:extLst>
              <a:ext uri="{28A0092B-C50C-407E-A947-70E740481C1C}">
                <a14:useLocalDpi xmlns:a14="http://schemas.microsoft.com/office/drawing/2010/main" val="0"/>
              </a:ext>
            </a:extLst>
          </a:blip>
          <a:srcRect t="700" b="700"/>
          <a:stretch>
            <a:fillRect/>
          </a:stretch>
        </p:blipFill>
        <p:spPr>
          <a:xfrm>
            <a:off x="5596128" y="757501"/>
            <a:ext cx="5352288" cy="5342998"/>
          </a:xfrm>
          <a:prstGeom prst="rect">
            <a:avLst/>
          </a:prstGeom>
        </p:spPr>
      </p:pic>
    </p:spTree>
    <p:extLst>
      <p:ext uri="{BB962C8B-B14F-4D97-AF65-F5344CB8AC3E}">
        <p14:creationId xmlns:p14="http://schemas.microsoft.com/office/powerpoint/2010/main" val="4181981904"/>
      </p:ext>
    </p:extLst>
  </p:cSld>
  <p:clrMapOvr>
    <a:masterClrMapping/>
  </p:clrMapOvr>
  <p:transition/>
  <p:extLst>
    <p:ext uri="{DCECCB84-F9BA-43D5-87BE-67443E8EF086}">
      <p15:sldGuideLst xmlns:p15="http://schemas.microsoft.com/office/powerpoint/2012/main">
        <p15:guide id="1" pos="3840">
          <p15:clr>
            <a:srgbClr val="FBAE40"/>
          </p15:clr>
        </p15:guide>
        <p15:guide id="2" orient="horz" pos="600">
          <p15:clr>
            <a:srgbClr val="FBAE40"/>
          </p15:clr>
        </p15:guide>
        <p15:guide id="3" orient="horz" pos="4032">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Cover_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4402" y="5050175"/>
            <a:ext cx="4407673" cy="897983"/>
          </a:xfrm>
        </p:spPr>
        <p:txBody>
          <a:bodyPr anchor="b" anchorCtr="0"/>
          <a:lstStyle>
            <a:lvl1pPr>
              <a:lnSpc>
                <a:spcPct val="85000"/>
              </a:lnSpc>
              <a:defRPr sz="2800" b="1" i="0" baseline="0">
                <a:latin typeface="Open Sans" panose="020B0606030504020204" pitchFamily="34" charset="0"/>
                <a:ea typeface="Open Sans" panose="020B0606030504020204" pitchFamily="34" charset="0"/>
                <a:cs typeface="Open Sans" panose="020B0606030504020204" pitchFamily="34" charset="0"/>
              </a:defRPr>
            </a:lvl1pPr>
          </a:lstStyle>
          <a:p>
            <a:r>
              <a:rPr lang="en-US"/>
              <a:t>Click to edit Title</a:t>
            </a:r>
          </a:p>
        </p:txBody>
      </p:sp>
      <p:sp>
        <p:nvSpPr>
          <p:cNvPr id="6" name="Text Placeholder 9"/>
          <p:cNvSpPr>
            <a:spLocks noGrp="1"/>
          </p:cNvSpPr>
          <p:nvPr>
            <p:ph type="body" sz="quarter" idx="16" hasCustomPrompt="1"/>
          </p:nvPr>
        </p:nvSpPr>
        <p:spPr>
          <a:xfrm>
            <a:off x="914402" y="5955653"/>
            <a:ext cx="4407673" cy="478209"/>
          </a:xfrm>
        </p:spPr>
        <p:txBody>
          <a:bodyPr vert="horz" lIns="0" tIns="0" rIns="0" bIns="0" rtlCol="0" anchor="b">
            <a:noAutofit/>
          </a:bodyPr>
          <a:lstStyle>
            <a:lvl1pPr marL="0" indent="0">
              <a:lnSpc>
                <a:spcPct val="100000"/>
              </a:lnSpc>
              <a:spcBef>
                <a:spcPts val="0"/>
              </a:spcBef>
              <a:buNone/>
              <a:defRPr lang="en-US" sz="1200" dirty="0"/>
            </a:lvl1pPr>
          </a:lstStyle>
          <a:p>
            <a:pPr marL="228600" lvl="0" indent="-228600">
              <a:lnSpc>
                <a:spcPct val="130000"/>
              </a:lnSpc>
            </a:pPr>
            <a:r>
              <a:rPr lang="en-US"/>
              <a:t>Click to edit subtitle</a:t>
            </a:r>
          </a:p>
        </p:txBody>
      </p:sp>
      <p:sp>
        <p:nvSpPr>
          <p:cNvPr id="7" name="Text Placeholder 9"/>
          <p:cNvSpPr>
            <a:spLocks noGrp="1"/>
          </p:cNvSpPr>
          <p:nvPr>
            <p:ph type="body" sz="quarter" idx="17" hasCustomPrompt="1"/>
          </p:nvPr>
        </p:nvSpPr>
        <p:spPr>
          <a:xfrm>
            <a:off x="914402" y="4585210"/>
            <a:ext cx="4407673" cy="348286"/>
          </a:xfrm>
        </p:spPr>
        <p:txBody>
          <a:bodyPr vert="horz" lIns="0" tIns="0" rIns="0" bIns="0" rtlCol="0">
            <a:noAutofit/>
          </a:bodyPr>
          <a:lstStyle>
            <a:lvl1pPr marL="0" indent="0">
              <a:buNone/>
              <a:defRPr lang="en-US" sz="900" b="1" kern="0" cap="all" spc="250" baseline="0" dirty="0">
                <a:solidFill>
                  <a:schemeClr val="bg2">
                    <a:lumMod val="90000"/>
                  </a:schemeClr>
                </a:solidFill>
                <a:ea typeface="Nexa Black" charset="0"/>
                <a:cs typeface="Nexa Black" charset="0"/>
              </a:defRPr>
            </a:lvl1pPr>
          </a:lstStyle>
          <a:p>
            <a:pPr marL="228600" lvl="0" indent="-228600"/>
            <a:r>
              <a:rPr lang="en-US"/>
              <a:t>Date</a:t>
            </a:r>
          </a:p>
        </p:txBody>
      </p:sp>
      <p:sp>
        <p:nvSpPr>
          <p:cNvPr id="8" name="Picture Placeholder 7"/>
          <p:cNvSpPr>
            <a:spLocks noGrp="1"/>
          </p:cNvSpPr>
          <p:nvPr>
            <p:ph type="pic" sz="quarter" idx="19" hasCustomPrompt="1"/>
          </p:nvPr>
        </p:nvSpPr>
        <p:spPr>
          <a:xfrm>
            <a:off x="5322074" y="0"/>
            <a:ext cx="6869925" cy="6858000"/>
          </a:xfrm>
        </p:spPr>
        <p:txBody>
          <a:bodyPr anchor="ctr"/>
          <a:lstStyle>
            <a:lvl1pPr marL="0" indent="0" algn="ctr">
              <a:buNone/>
              <a:defRPr/>
            </a:lvl1pPr>
          </a:lstStyle>
          <a:p>
            <a:r>
              <a:rPr lang="en-US"/>
              <a:t>Click to insert picture</a:t>
            </a:r>
          </a:p>
        </p:txBody>
      </p:sp>
      <p:pic>
        <p:nvPicPr>
          <p:cNvPr id="4" name="Picture 3">
            <a:extLst>
              <a:ext uri="{FF2B5EF4-FFF2-40B4-BE49-F238E27FC236}">
                <a16:creationId xmlns:a16="http://schemas.microsoft.com/office/drawing/2014/main" id="{B72A9D20-3652-174C-BE6D-72C7BF87C4A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26993" y="349882"/>
            <a:ext cx="2213501" cy="897983"/>
          </a:xfrm>
          <a:prstGeom prst="rect">
            <a:avLst/>
          </a:prstGeom>
        </p:spPr>
      </p:pic>
      <p:pic>
        <p:nvPicPr>
          <p:cNvPr id="5" name="Picture 4">
            <a:extLst>
              <a:ext uri="{FF2B5EF4-FFF2-40B4-BE49-F238E27FC236}">
                <a16:creationId xmlns:a16="http://schemas.microsoft.com/office/drawing/2014/main" id="{9F34DF57-58A3-F04E-B512-DD6DC1A2D4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09313" y="6021671"/>
            <a:ext cx="1368287" cy="397201"/>
          </a:xfrm>
          <a:prstGeom prst="rect">
            <a:avLst/>
          </a:prstGeom>
        </p:spPr>
      </p:pic>
    </p:spTree>
    <p:extLst>
      <p:ext uri="{BB962C8B-B14F-4D97-AF65-F5344CB8AC3E}">
        <p14:creationId xmlns:p14="http://schemas.microsoft.com/office/powerpoint/2010/main" val="4035525596"/>
      </p:ext>
    </p:extLst>
  </p:cSld>
  <p:clrMapOvr>
    <a:masterClrMapping/>
  </p:clrMapOvr>
  <p:transition/>
  <p:extLst>
    <p:ext uri="{DCECCB84-F9BA-43D5-87BE-67443E8EF086}">
      <p15:sldGuideLst xmlns:p15="http://schemas.microsoft.com/office/powerpoint/2012/main">
        <p15:guide id="1" pos="3840">
          <p15:clr>
            <a:srgbClr val="FBAE40"/>
          </p15:clr>
        </p15:guide>
        <p15:guide id="2" orient="horz" pos="600">
          <p15:clr>
            <a:srgbClr val="FBAE40"/>
          </p15:clr>
        </p15:guide>
        <p15:guide id="3" orient="horz" pos="4032">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29B326-FACA-AD45-806F-F00D18F3948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77061" y="6262753"/>
            <a:ext cx="1000539" cy="290447"/>
          </a:xfrm>
          <a:prstGeom prst="rect">
            <a:avLst/>
          </a:prstGeom>
        </p:spPr>
      </p:pic>
      <p:sp>
        <p:nvSpPr>
          <p:cNvPr id="8" name="Title 7">
            <a:extLst>
              <a:ext uri="{FF2B5EF4-FFF2-40B4-BE49-F238E27FC236}">
                <a16:creationId xmlns:a16="http://schemas.microsoft.com/office/drawing/2014/main" id="{2A26849B-9F82-BE43-B371-8FA3B1F65F4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97939480"/>
      </p:ext>
    </p:extLst>
  </p:cSld>
  <p:clrMapOvr>
    <a:masterClrMapping/>
  </p:clrMapOvr>
  <p:transition>
    <p:fade/>
  </p:transition>
  <p:extLst>
    <p:ext uri="{DCECCB84-F9BA-43D5-87BE-67443E8EF086}">
      <p15:sldGuideLst xmlns:p15="http://schemas.microsoft.com/office/powerpoint/2012/main">
        <p15:guide id="1" orient="horz" pos="4128">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ubhead">
    <p:spTree>
      <p:nvGrpSpPr>
        <p:cNvPr id="1" name=""/>
        <p:cNvGrpSpPr/>
        <p:nvPr/>
      </p:nvGrpSpPr>
      <p:grpSpPr>
        <a:xfrm>
          <a:off x="0" y="0"/>
          <a:ext cx="0" cy="0"/>
          <a:chOff x="0" y="0"/>
          <a:chExt cx="0" cy="0"/>
        </a:xfrm>
      </p:grpSpPr>
      <p:sp>
        <p:nvSpPr>
          <p:cNvPr id="4" name="Text Placeholder 8"/>
          <p:cNvSpPr>
            <a:spLocks noGrp="1"/>
          </p:cNvSpPr>
          <p:nvPr>
            <p:ph type="body" sz="quarter" idx="14" hasCustomPrompt="1"/>
          </p:nvPr>
        </p:nvSpPr>
        <p:spPr>
          <a:xfrm>
            <a:off x="914400" y="1193800"/>
            <a:ext cx="10363200" cy="475488"/>
          </a:xfrm>
          <a:prstGeom prst="rect">
            <a:avLst/>
          </a:prstGeom>
        </p:spPr>
        <p:txBody>
          <a:bodyPr vert="horz" lIns="0" tIns="0" rIns="0" bIns="0" rtlCol="0">
            <a:noAutofit/>
          </a:bodyPr>
          <a:lstStyle>
            <a:lvl1pPr>
              <a:defRPr lang="en-US" sz="1400" b="0" i="0" dirty="0" smtClean="0">
                <a:solidFill>
                  <a:srgbClr val="575757"/>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30000"/>
              </a:lnSpc>
              <a:buNone/>
            </a:pPr>
            <a:r>
              <a:rPr lang="en-US"/>
              <a:t>Edit Master text styles</a:t>
            </a:r>
          </a:p>
        </p:txBody>
      </p:sp>
      <p:sp>
        <p:nvSpPr>
          <p:cNvPr id="8" name="Title 7">
            <a:extLst>
              <a:ext uri="{FF2B5EF4-FFF2-40B4-BE49-F238E27FC236}">
                <a16:creationId xmlns:a16="http://schemas.microsoft.com/office/drawing/2014/main" id="{2A26849B-9F82-BE43-B371-8FA3B1F65F4E}"/>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43980051"/>
      </p:ext>
    </p:extLst>
  </p:cSld>
  <p:clrMapOvr>
    <a:masterClrMapping/>
  </p:clrMapOvr>
  <p:transition>
    <p:fade/>
  </p:transition>
  <p:extLst>
    <p:ext uri="{DCECCB84-F9BA-43D5-87BE-67443E8EF086}">
      <p15:sldGuideLst xmlns:p15="http://schemas.microsoft.com/office/powerpoint/2012/main">
        <p15:guide id="1" orient="horz" pos="4128">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ubhead &amp; Breadcrumb">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249426E-4B84-3C46-AADD-0CADF7680F0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77061" y="6262753"/>
            <a:ext cx="1000539" cy="290447"/>
          </a:xfrm>
          <a:prstGeom prst="rect">
            <a:avLst/>
          </a:prstGeom>
        </p:spPr>
      </p:pic>
      <p:sp>
        <p:nvSpPr>
          <p:cNvPr id="5" name="Title 1">
            <a:extLst>
              <a:ext uri="{FF2B5EF4-FFF2-40B4-BE49-F238E27FC236}">
                <a16:creationId xmlns:a16="http://schemas.microsoft.com/office/drawing/2014/main" id="{A97EFE2E-0DA7-4B48-A0EA-C40A5F6540F6}"/>
              </a:ext>
            </a:extLst>
          </p:cNvPr>
          <p:cNvSpPr>
            <a:spLocks noGrp="1"/>
          </p:cNvSpPr>
          <p:nvPr>
            <p:ph type="title"/>
          </p:nvPr>
        </p:nvSpPr>
        <p:spPr>
          <a:xfrm>
            <a:off x="914400" y="548640"/>
            <a:ext cx="10363200" cy="594360"/>
          </a:xfrm>
        </p:spPr>
        <p:txBody>
          <a:bodyPr vert="horz" lIns="0" tIns="45720" rIns="0" bIns="0" rtlCol="0" anchor="b" anchorCtr="0">
            <a:noAutofit/>
          </a:bodyPr>
          <a:lstStyle>
            <a:lvl1pPr>
              <a:defRPr lang="en-US" sz="3600" b="0" i="0" spc="-75"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defTabSz="685800">
              <a:lnSpc>
                <a:spcPct val="85000"/>
              </a:lnSpc>
            </a:pPr>
            <a:r>
              <a:rPr lang="en-US"/>
              <a:t>Click to edit Master title style</a:t>
            </a:r>
          </a:p>
        </p:txBody>
      </p:sp>
      <p:sp>
        <p:nvSpPr>
          <p:cNvPr id="7" name="Text Placeholder 8">
            <a:extLst>
              <a:ext uri="{FF2B5EF4-FFF2-40B4-BE49-F238E27FC236}">
                <a16:creationId xmlns:a16="http://schemas.microsoft.com/office/drawing/2014/main" id="{0FFC2FBF-56AB-A447-9411-5EBB50FBDD1E}"/>
              </a:ext>
            </a:extLst>
          </p:cNvPr>
          <p:cNvSpPr>
            <a:spLocks noGrp="1"/>
          </p:cNvSpPr>
          <p:nvPr>
            <p:ph type="body" sz="quarter" idx="14" hasCustomPrompt="1"/>
          </p:nvPr>
        </p:nvSpPr>
        <p:spPr>
          <a:xfrm>
            <a:off x="914400" y="1193800"/>
            <a:ext cx="10363200" cy="475488"/>
          </a:xfrm>
          <a:prstGeom prst="rect">
            <a:avLst/>
          </a:prstGeom>
        </p:spPr>
        <p:txBody>
          <a:bodyPr vert="horz" lIns="0" tIns="0" rIns="0" bIns="0" rtlCol="0">
            <a:noAutofit/>
          </a:bodyPr>
          <a:lstStyle>
            <a:lvl1pPr>
              <a:defRPr lang="en-US" sz="1400" b="0" i="0" dirty="0" smtClean="0">
                <a:solidFill>
                  <a:srgbClr val="575757"/>
                </a:solidFill>
                <a:latin typeface="Open Sans" panose="020B0606030504020204" pitchFamily="34" charset="0"/>
                <a:ea typeface="Open Sans" panose="020B0606030504020204" pitchFamily="34" charset="0"/>
                <a:cs typeface="Open Sans" panose="020B0606030504020204" pitchFamily="34" charset="0"/>
              </a:defRPr>
            </a:lvl1pPr>
          </a:lstStyle>
          <a:p>
            <a:pPr lvl="0">
              <a:lnSpc>
                <a:spcPct val="130000"/>
              </a:lnSpc>
              <a:buNone/>
            </a:pPr>
            <a:r>
              <a:rPr lang="en-US"/>
              <a:t>Edit Master text styles</a:t>
            </a:r>
          </a:p>
        </p:txBody>
      </p:sp>
      <p:sp>
        <p:nvSpPr>
          <p:cNvPr id="8" name="Text Placeholder 5">
            <a:extLst>
              <a:ext uri="{FF2B5EF4-FFF2-40B4-BE49-F238E27FC236}">
                <a16:creationId xmlns:a16="http://schemas.microsoft.com/office/drawing/2014/main" id="{9E822992-F9E9-DE49-A5CF-E81CC1710D67}"/>
              </a:ext>
            </a:extLst>
          </p:cNvPr>
          <p:cNvSpPr>
            <a:spLocks noGrp="1"/>
          </p:cNvSpPr>
          <p:nvPr>
            <p:ph type="body" sz="quarter" idx="15" hasCustomPrompt="1"/>
          </p:nvPr>
        </p:nvSpPr>
        <p:spPr>
          <a:xfrm>
            <a:off x="914971" y="345440"/>
            <a:ext cx="3355848" cy="203200"/>
          </a:xfrm>
          <a:prstGeom prst="rect">
            <a:avLst/>
          </a:prstGeom>
        </p:spPr>
        <p:txBody>
          <a:bodyPr vert="horz" lIns="0" tIns="0" rIns="0" bIns="0" rtlCol="0">
            <a:noAutofit/>
          </a:bodyPr>
          <a:lstStyle>
            <a:lvl1pPr marL="0" indent="0">
              <a:buNone/>
              <a:defRPr lang="en-US" sz="900" b="1" kern="0" cap="all" spc="250" baseline="0" dirty="0">
                <a:solidFill>
                  <a:schemeClr val="bg2">
                    <a:lumMod val="9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1736548198"/>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Left, Subhead">
    <p:spTree>
      <p:nvGrpSpPr>
        <p:cNvPr id="1" name=""/>
        <p:cNvGrpSpPr/>
        <p:nvPr/>
      </p:nvGrpSpPr>
      <p:grpSpPr>
        <a:xfrm>
          <a:off x="0" y="0"/>
          <a:ext cx="0" cy="0"/>
          <a:chOff x="0" y="0"/>
          <a:chExt cx="0" cy="0"/>
        </a:xfrm>
      </p:grpSpPr>
      <p:sp>
        <p:nvSpPr>
          <p:cNvPr id="5" name="Text Placeholder 4"/>
          <p:cNvSpPr>
            <a:spLocks noGrp="1"/>
          </p:cNvSpPr>
          <p:nvPr>
            <p:ph type="body" sz="quarter" idx="16" hasCustomPrompt="1"/>
          </p:nvPr>
        </p:nvSpPr>
        <p:spPr>
          <a:xfrm>
            <a:off x="914400" y="2624328"/>
            <a:ext cx="3355975" cy="1169988"/>
          </a:xfrm>
          <a:prstGeom prst="rect">
            <a:avLst/>
          </a:prstGeom>
        </p:spPr>
        <p:txBody>
          <a:bodyPr>
            <a:normAutofit/>
          </a:bodyPr>
          <a:lstStyle>
            <a:lvl1pPr marL="0" indent="0">
              <a:lnSpc>
                <a:spcPct val="130000"/>
              </a:lnSpc>
              <a:buNone/>
              <a:defRPr sz="1400" b="0" i="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pic>
        <p:nvPicPr>
          <p:cNvPr id="6" name="Picture 5">
            <a:extLst>
              <a:ext uri="{FF2B5EF4-FFF2-40B4-BE49-F238E27FC236}">
                <a16:creationId xmlns:a16="http://schemas.microsoft.com/office/drawing/2014/main" id="{4CA4EC3B-3057-A348-9DD0-294DB0A168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77061" y="6262753"/>
            <a:ext cx="1000539" cy="290447"/>
          </a:xfrm>
          <a:prstGeom prst="rect">
            <a:avLst/>
          </a:prstGeom>
        </p:spPr>
      </p:pic>
      <p:sp>
        <p:nvSpPr>
          <p:cNvPr id="7" name="Title 1">
            <a:extLst>
              <a:ext uri="{FF2B5EF4-FFF2-40B4-BE49-F238E27FC236}">
                <a16:creationId xmlns:a16="http://schemas.microsoft.com/office/drawing/2014/main" id="{26677933-487B-664B-B57D-7A1730C550FE}"/>
              </a:ext>
            </a:extLst>
          </p:cNvPr>
          <p:cNvSpPr>
            <a:spLocks noGrp="1"/>
          </p:cNvSpPr>
          <p:nvPr>
            <p:ph type="title"/>
          </p:nvPr>
        </p:nvSpPr>
        <p:spPr>
          <a:xfrm>
            <a:off x="911225" y="628526"/>
            <a:ext cx="3347390" cy="1995802"/>
          </a:xfrm>
        </p:spPr>
        <p:txBody>
          <a:bodyPr vert="horz" lIns="0" tIns="45720" rIns="0" bIns="0" rtlCol="0" anchor="t" anchorCtr="0">
            <a:noAutofit/>
          </a:bodyPr>
          <a:lstStyle>
            <a:lvl1pPr>
              <a:defRPr lang="en-US" sz="3600" b="0" i="0" spc="-75"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defTabSz="685800">
              <a:lnSpc>
                <a:spcPct val="85000"/>
              </a:lnSpc>
            </a:pPr>
            <a:r>
              <a:rPr lang="en-US"/>
              <a:t>Click to edit Master title style</a:t>
            </a:r>
          </a:p>
        </p:txBody>
      </p:sp>
    </p:spTree>
    <p:extLst>
      <p:ext uri="{BB962C8B-B14F-4D97-AF65-F5344CB8AC3E}">
        <p14:creationId xmlns:p14="http://schemas.microsoft.com/office/powerpoint/2010/main" val="2306719284"/>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Left, Subhead &amp; Breadcrumb">
    <p:spTree>
      <p:nvGrpSpPr>
        <p:cNvPr id="1" name=""/>
        <p:cNvGrpSpPr/>
        <p:nvPr/>
      </p:nvGrpSpPr>
      <p:grpSpPr>
        <a:xfrm>
          <a:off x="0" y="0"/>
          <a:ext cx="0" cy="0"/>
          <a:chOff x="0" y="0"/>
          <a:chExt cx="0" cy="0"/>
        </a:xfrm>
      </p:grpSpPr>
      <p:sp>
        <p:nvSpPr>
          <p:cNvPr id="5" name="Text Placeholder 4"/>
          <p:cNvSpPr>
            <a:spLocks noGrp="1"/>
          </p:cNvSpPr>
          <p:nvPr>
            <p:ph type="body" sz="quarter" idx="16" hasCustomPrompt="1"/>
          </p:nvPr>
        </p:nvSpPr>
        <p:spPr>
          <a:xfrm>
            <a:off x="914400" y="2624328"/>
            <a:ext cx="3355975" cy="1169988"/>
          </a:xfrm>
          <a:prstGeom prst="rect">
            <a:avLst/>
          </a:prstGeom>
        </p:spPr>
        <p:txBody>
          <a:bodyPr>
            <a:normAutofit/>
          </a:bodyPr>
          <a:lstStyle>
            <a:lvl1pPr marL="0" indent="0">
              <a:lnSpc>
                <a:spcPct val="130000"/>
              </a:lnSpc>
              <a:buNone/>
              <a:defRPr sz="1400" b="0" i="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pic>
        <p:nvPicPr>
          <p:cNvPr id="6" name="Picture 5">
            <a:extLst>
              <a:ext uri="{FF2B5EF4-FFF2-40B4-BE49-F238E27FC236}">
                <a16:creationId xmlns:a16="http://schemas.microsoft.com/office/drawing/2014/main" id="{4CA4EC3B-3057-A348-9DD0-294DB0A1687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277061" y="6262753"/>
            <a:ext cx="1000539" cy="290447"/>
          </a:xfrm>
          <a:prstGeom prst="rect">
            <a:avLst/>
          </a:prstGeom>
        </p:spPr>
      </p:pic>
      <p:sp>
        <p:nvSpPr>
          <p:cNvPr id="7" name="Title 1">
            <a:extLst>
              <a:ext uri="{FF2B5EF4-FFF2-40B4-BE49-F238E27FC236}">
                <a16:creationId xmlns:a16="http://schemas.microsoft.com/office/drawing/2014/main" id="{26677933-487B-664B-B57D-7A1730C550FE}"/>
              </a:ext>
            </a:extLst>
          </p:cNvPr>
          <p:cNvSpPr>
            <a:spLocks noGrp="1"/>
          </p:cNvSpPr>
          <p:nvPr>
            <p:ph type="title"/>
          </p:nvPr>
        </p:nvSpPr>
        <p:spPr>
          <a:xfrm>
            <a:off x="911225" y="628526"/>
            <a:ext cx="3347390" cy="1995802"/>
          </a:xfrm>
        </p:spPr>
        <p:txBody>
          <a:bodyPr vert="horz" lIns="0" tIns="45720" rIns="0" bIns="0" rtlCol="0" anchor="t" anchorCtr="0">
            <a:noAutofit/>
          </a:bodyPr>
          <a:lstStyle>
            <a:lvl1pPr>
              <a:defRPr lang="en-US" sz="3600" b="0" i="0" spc="-75"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defTabSz="685800">
              <a:lnSpc>
                <a:spcPct val="85000"/>
              </a:lnSpc>
            </a:pPr>
            <a:r>
              <a:rPr lang="en-US"/>
              <a:t>Click to edit Master title style</a:t>
            </a:r>
          </a:p>
        </p:txBody>
      </p:sp>
    </p:spTree>
    <p:extLst>
      <p:ext uri="{BB962C8B-B14F-4D97-AF65-F5344CB8AC3E}">
        <p14:creationId xmlns:p14="http://schemas.microsoft.com/office/powerpoint/2010/main" val="1106750167"/>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3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1BB93-0D5D-2D4E-B428-DC22F81B73D7}"/>
              </a:ext>
            </a:extLst>
          </p:cNvPr>
          <p:cNvSpPr>
            <a:spLocks noGrp="1"/>
          </p:cNvSpPr>
          <p:nvPr>
            <p:ph type="title"/>
          </p:nvPr>
        </p:nvSpPr>
        <p:spPr>
          <a:xfrm>
            <a:off x="4979284" y="725421"/>
            <a:ext cx="6298316" cy="879756"/>
          </a:xfrm>
        </p:spPr>
        <p:txBody>
          <a:bodyPr/>
          <a:lstStyle>
            <a:lvl1pPr>
              <a:defRPr sz="2800" b="0" i="0">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Click to edit Master title style</a:t>
            </a:r>
          </a:p>
        </p:txBody>
      </p:sp>
      <p:sp>
        <p:nvSpPr>
          <p:cNvPr id="3" name="Rectangle 2">
            <a:extLst>
              <a:ext uri="{FF2B5EF4-FFF2-40B4-BE49-F238E27FC236}">
                <a16:creationId xmlns:a16="http://schemas.microsoft.com/office/drawing/2014/main" id="{4102B071-00F8-2F40-8497-019D8CE5FFA5}"/>
              </a:ext>
            </a:extLst>
          </p:cNvPr>
          <p:cNvSpPr/>
          <p:nvPr userDrawn="1"/>
        </p:nvSpPr>
        <p:spPr>
          <a:xfrm>
            <a:off x="0" y="0"/>
            <a:ext cx="42672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Open Sans" panose="020B0606030504020204" pitchFamily="34" charset="0"/>
            </a:endParaRPr>
          </a:p>
        </p:txBody>
      </p:sp>
      <p:sp>
        <p:nvSpPr>
          <p:cNvPr id="10" name="Text Placeholder 9">
            <a:extLst>
              <a:ext uri="{FF2B5EF4-FFF2-40B4-BE49-F238E27FC236}">
                <a16:creationId xmlns:a16="http://schemas.microsoft.com/office/drawing/2014/main" id="{6BD61765-D247-FE4A-BEF7-FC2A4B48E74B}"/>
              </a:ext>
            </a:extLst>
          </p:cNvPr>
          <p:cNvSpPr>
            <a:spLocks noGrp="1"/>
          </p:cNvSpPr>
          <p:nvPr>
            <p:ph type="body" sz="quarter" idx="10"/>
          </p:nvPr>
        </p:nvSpPr>
        <p:spPr>
          <a:xfrm>
            <a:off x="4979988" y="1889125"/>
            <a:ext cx="6297612" cy="42434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
            <a:extLst>
              <a:ext uri="{FF2B5EF4-FFF2-40B4-BE49-F238E27FC236}">
                <a16:creationId xmlns:a16="http://schemas.microsoft.com/office/drawing/2014/main" id="{C19285A8-1CB5-1048-8722-FE61DEDF7EA1}"/>
              </a:ext>
            </a:extLst>
          </p:cNvPr>
          <p:cNvSpPr>
            <a:spLocks/>
          </p:cNvSpPr>
          <p:nvPr userDrawn="1"/>
        </p:nvSpPr>
        <p:spPr bwMode="auto">
          <a:xfrm>
            <a:off x="914719" y="6439834"/>
            <a:ext cx="3225242"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t">
            <a:spAutoFit/>
          </a:bodyPr>
          <a:lstStyle/>
          <a:p>
            <a:fld id="{C84F2FB2-4A16-1542-BD5E-F56870239E74}" type="slidenum">
              <a:rPr lang="en-US" sz="800" b="0" i="0" smtClean="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a:t>
            </a:fld>
            <a:r>
              <a:rPr lang="en-US" sz="8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  |  Copyright © 2021 Deloitte Development LLC. All rights reserved.</a:t>
            </a:r>
          </a:p>
        </p:txBody>
      </p:sp>
    </p:spTree>
    <p:extLst>
      <p:ext uri="{BB962C8B-B14F-4D97-AF65-F5344CB8AC3E}">
        <p14:creationId xmlns:p14="http://schemas.microsoft.com/office/powerpoint/2010/main" val="40382827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1/3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02B071-00F8-2F40-8497-019D8CE5FFA5}"/>
              </a:ext>
            </a:extLst>
          </p:cNvPr>
          <p:cNvSpPr/>
          <p:nvPr userDrawn="1"/>
        </p:nvSpPr>
        <p:spPr>
          <a:xfrm>
            <a:off x="0" y="0"/>
            <a:ext cx="42672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Open Sans" panose="020B0606030504020204" pitchFamily="34" charset="0"/>
            </a:endParaRPr>
          </a:p>
        </p:txBody>
      </p:sp>
      <p:sp>
        <p:nvSpPr>
          <p:cNvPr id="6" name="Text Placeholder 4">
            <a:extLst>
              <a:ext uri="{FF2B5EF4-FFF2-40B4-BE49-F238E27FC236}">
                <a16:creationId xmlns:a16="http://schemas.microsoft.com/office/drawing/2014/main" id="{507A3CD8-2163-2D4E-B512-FD1A74028631}"/>
              </a:ext>
            </a:extLst>
          </p:cNvPr>
          <p:cNvSpPr>
            <a:spLocks noGrp="1"/>
          </p:cNvSpPr>
          <p:nvPr>
            <p:ph type="body" sz="quarter" idx="16" hasCustomPrompt="1"/>
          </p:nvPr>
        </p:nvSpPr>
        <p:spPr>
          <a:xfrm>
            <a:off x="477079" y="3598363"/>
            <a:ext cx="3355975" cy="1169988"/>
          </a:xfrm>
          <a:prstGeom prst="rect">
            <a:avLst/>
          </a:prstGeom>
        </p:spPr>
        <p:txBody>
          <a:bodyPr>
            <a:normAutofit/>
          </a:bodyPr>
          <a:lstStyle>
            <a:lvl1pPr marL="0" indent="0">
              <a:lnSpc>
                <a:spcPct val="130000"/>
              </a:lnSpc>
              <a:buNone/>
              <a:defRPr sz="1400" b="0" i="0" baseline="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sp>
        <p:nvSpPr>
          <p:cNvPr id="7" name="Title 1">
            <a:extLst>
              <a:ext uri="{FF2B5EF4-FFF2-40B4-BE49-F238E27FC236}">
                <a16:creationId xmlns:a16="http://schemas.microsoft.com/office/drawing/2014/main" id="{E49AC265-161E-2D4F-A6C3-DEF5E209C489}"/>
              </a:ext>
            </a:extLst>
          </p:cNvPr>
          <p:cNvSpPr>
            <a:spLocks noGrp="1"/>
          </p:cNvSpPr>
          <p:nvPr>
            <p:ph type="title"/>
          </p:nvPr>
        </p:nvSpPr>
        <p:spPr>
          <a:xfrm>
            <a:off x="473904" y="1602561"/>
            <a:ext cx="3347390" cy="1995802"/>
          </a:xfrm>
        </p:spPr>
        <p:txBody>
          <a:bodyPr vert="horz" lIns="0" tIns="45720" rIns="0" bIns="0" rtlCol="0" anchor="t" anchorCtr="0">
            <a:noAutofit/>
          </a:bodyPr>
          <a:lstStyle>
            <a:lvl1pPr>
              <a:defRPr lang="en-US" sz="3600" b="0" i="0" spc="-75"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defTabSz="685800">
              <a:lnSpc>
                <a:spcPct val="85000"/>
              </a:lnSpc>
            </a:pPr>
            <a:r>
              <a:rPr lang="en-US"/>
              <a:t>Click to edit Master title style</a:t>
            </a:r>
          </a:p>
        </p:txBody>
      </p:sp>
    </p:spTree>
    <p:extLst>
      <p:ext uri="{BB962C8B-B14F-4D97-AF65-F5344CB8AC3E}">
        <p14:creationId xmlns:p14="http://schemas.microsoft.com/office/powerpoint/2010/main" val="2783727057"/>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1/3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02B071-00F8-2F40-8497-019D8CE5FFA5}"/>
              </a:ext>
            </a:extLst>
          </p:cNvPr>
          <p:cNvSpPr/>
          <p:nvPr userDrawn="1"/>
        </p:nvSpPr>
        <p:spPr>
          <a:xfrm>
            <a:off x="7924800" y="0"/>
            <a:ext cx="4267200" cy="6858000"/>
          </a:xfrm>
          <a:prstGeom prst="rect">
            <a:avLst/>
          </a:prstGeom>
          <a:solidFill>
            <a:srgbClr val="007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Open Sans" panose="020B0606030504020204" pitchFamily="34" charset="0"/>
            </a:endParaRPr>
          </a:p>
        </p:txBody>
      </p:sp>
      <p:sp>
        <p:nvSpPr>
          <p:cNvPr id="6" name="Text Placeholder 4">
            <a:extLst>
              <a:ext uri="{FF2B5EF4-FFF2-40B4-BE49-F238E27FC236}">
                <a16:creationId xmlns:a16="http://schemas.microsoft.com/office/drawing/2014/main" id="{507A3CD8-2163-2D4E-B512-FD1A74028631}"/>
              </a:ext>
            </a:extLst>
          </p:cNvPr>
          <p:cNvSpPr>
            <a:spLocks noGrp="1"/>
          </p:cNvSpPr>
          <p:nvPr>
            <p:ph type="body" sz="quarter" idx="16" hasCustomPrompt="1"/>
          </p:nvPr>
        </p:nvSpPr>
        <p:spPr>
          <a:xfrm>
            <a:off x="8401879" y="3598363"/>
            <a:ext cx="3355975" cy="1169988"/>
          </a:xfrm>
          <a:prstGeom prst="rect">
            <a:avLst/>
          </a:prstGeom>
        </p:spPr>
        <p:txBody>
          <a:bodyPr>
            <a:normAutofit/>
          </a:bodyPr>
          <a:lstStyle>
            <a:lvl1pPr marL="0" indent="0">
              <a:lnSpc>
                <a:spcPct val="130000"/>
              </a:lnSpc>
              <a:buNone/>
              <a:defRPr sz="1400" b="0" i="0" baseline="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a:t>Click to edit Master text styles</a:t>
            </a:r>
          </a:p>
        </p:txBody>
      </p:sp>
      <p:sp>
        <p:nvSpPr>
          <p:cNvPr id="7" name="Title 1">
            <a:extLst>
              <a:ext uri="{FF2B5EF4-FFF2-40B4-BE49-F238E27FC236}">
                <a16:creationId xmlns:a16="http://schemas.microsoft.com/office/drawing/2014/main" id="{E49AC265-161E-2D4F-A6C3-DEF5E209C489}"/>
              </a:ext>
            </a:extLst>
          </p:cNvPr>
          <p:cNvSpPr>
            <a:spLocks noGrp="1"/>
          </p:cNvSpPr>
          <p:nvPr>
            <p:ph type="title"/>
          </p:nvPr>
        </p:nvSpPr>
        <p:spPr>
          <a:xfrm>
            <a:off x="8398704" y="1602561"/>
            <a:ext cx="3347390" cy="1995802"/>
          </a:xfrm>
        </p:spPr>
        <p:txBody>
          <a:bodyPr vert="horz" lIns="0" tIns="45720" rIns="0" bIns="0" rtlCol="0" anchor="t" anchorCtr="0">
            <a:noAutofit/>
          </a:bodyPr>
          <a:lstStyle>
            <a:lvl1pPr>
              <a:defRPr lang="en-US" sz="3600" b="0" i="0" spc="-75" dirty="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defTabSz="685800">
              <a:lnSpc>
                <a:spcPct val="85000"/>
              </a:lnSpc>
            </a:pPr>
            <a:r>
              <a:rPr lang="en-US"/>
              <a:t>Click to edit Master title style</a:t>
            </a:r>
          </a:p>
        </p:txBody>
      </p:sp>
    </p:spTree>
    <p:extLst>
      <p:ext uri="{BB962C8B-B14F-4D97-AF65-F5344CB8AC3E}">
        <p14:creationId xmlns:p14="http://schemas.microsoft.com/office/powerpoint/2010/main" val="1000647413"/>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F96BDF-9362-D94E-B1D2-CFAF3AD867EE}"/>
              </a:ext>
            </a:extLst>
          </p:cNvPr>
          <p:cNvSpPr>
            <a:spLocks noGrp="1"/>
          </p:cNvSpPr>
          <p:nvPr>
            <p:ph type="title"/>
          </p:nvPr>
        </p:nvSpPr>
        <p:spPr bwMode="gray">
          <a:xfrm>
            <a:off x="914400" y="1705668"/>
            <a:ext cx="10418233" cy="1592403"/>
          </a:xfrm>
        </p:spPr>
        <p:txBody>
          <a:bodyPr anchor="b"/>
          <a:lstStyle>
            <a:lvl1pPr>
              <a:lnSpc>
                <a:spcPct val="95000"/>
              </a:lnSpc>
              <a:defRPr sz="385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6" name="Text Placeholder 2">
            <a:extLst>
              <a:ext uri="{FF2B5EF4-FFF2-40B4-BE49-F238E27FC236}">
                <a16:creationId xmlns:a16="http://schemas.microsoft.com/office/drawing/2014/main" id="{84800968-F261-E84D-92F7-07E113E702E0}"/>
              </a:ext>
            </a:extLst>
          </p:cNvPr>
          <p:cNvSpPr>
            <a:spLocks noGrp="1"/>
          </p:cNvSpPr>
          <p:nvPr>
            <p:ph type="body" idx="1"/>
          </p:nvPr>
        </p:nvSpPr>
        <p:spPr bwMode="gray">
          <a:xfrm>
            <a:off x="914400" y="3429000"/>
            <a:ext cx="10418233" cy="1566532"/>
          </a:xfrm>
          <a:prstGeom prst="rect">
            <a:avLst/>
          </a:prstGeom>
        </p:spPr>
        <p:txBody>
          <a:bodyPr lIns="0" tIns="0" rIns="0" bIns="0">
            <a:noAutofit/>
          </a:bodyPr>
          <a:lstStyle>
            <a:lvl1pPr marL="0" indent="0">
              <a:lnSpc>
                <a:spcPct val="95000"/>
              </a:lnSpc>
              <a:spcAft>
                <a:spcPts val="0"/>
              </a:spcAft>
              <a:buNone/>
              <a:defRPr sz="30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8" name="Rectangle 2">
            <a:extLst>
              <a:ext uri="{FF2B5EF4-FFF2-40B4-BE49-F238E27FC236}">
                <a16:creationId xmlns:a16="http://schemas.microsoft.com/office/drawing/2014/main" id="{638407AD-291F-2949-90E5-2F6B83B71C2E}"/>
              </a:ext>
            </a:extLst>
          </p:cNvPr>
          <p:cNvSpPr>
            <a:spLocks/>
          </p:cNvSpPr>
          <p:nvPr userDrawn="1"/>
        </p:nvSpPr>
        <p:spPr bwMode="auto">
          <a:xfrm>
            <a:off x="914719" y="6439834"/>
            <a:ext cx="3225242"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t">
            <a:spAutoFit/>
          </a:bodyPr>
          <a:lstStyle/>
          <a:p>
            <a:fld id="{C84F2FB2-4A16-1542-BD5E-F56870239E74}" type="slidenum">
              <a:rPr lang="en-US" sz="800" b="0" i="0" smtClean="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a:t>
            </a:fld>
            <a:r>
              <a:rPr lang="en-US" sz="8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  |  Copyright © 2021 Deloitte Development LLC. All rights reserved.</a:t>
            </a:r>
          </a:p>
        </p:txBody>
      </p:sp>
    </p:spTree>
    <p:extLst>
      <p:ext uri="{BB962C8B-B14F-4D97-AF65-F5344CB8AC3E}">
        <p14:creationId xmlns:p14="http://schemas.microsoft.com/office/powerpoint/2010/main" val="298383937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F96BDF-9362-D94E-B1D2-CFAF3AD867EE}"/>
              </a:ext>
            </a:extLst>
          </p:cNvPr>
          <p:cNvSpPr>
            <a:spLocks noGrp="1"/>
          </p:cNvSpPr>
          <p:nvPr>
            <p:ph type="title"/>
          </p:nvPr>
        </p:nvSpPr>
        <p:spPr bwMode="gray">
          <a:xfrm>
            <a:off x="914400" y="1705668"/>
            <a:ext cx="10418233" cy="1592403"/>
          </a:xfrm>
        </p:spPr>
        <p:txBody>
          <a:bodyPr anchor="b"/>
          <a:lstStyle>
            <a:lvl1pPr>
              <a:lnSpc>
                <a:spcPct val="95000"/>
              </a:lnSpc>
              <a:defRPr sz="385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6" name="Text Placeholder 2">
            <a:extLst>
              <a:ext uri="{FF2B5EF4-FFF2-40B4-BE49-F238E27FC236}">
                <a16:creationId xmlns:a16="http://schemas.microsoft.com/office/drawing/2014/main" id="{84800968-F261-E84D-92F7-07E113E702E0}"/>
              </a:ext>
            </a:extLst>
          </p:cNvPr>
          <p:cNvSpPr>
            <a:spLocks noGrp="1"/>
          </p:cNvSpPr>
          <p:nvPr>
            <p:ph type="body" idx="1"/>
          </p:nvPr>
        </p:nvSpPr>
        <p:spPr bwMode="gray">
          <a:xfrm>
            <a:off x="914400" y="3429000"/>
            <a:ext cx="10418233" cy="1566532"/>
          </a:xfrm>
          <a:prstGeom prst="rect">
            <a:avLst/>
          </a:prstGeom>
        </p:spPr>
        <p:txBody>
          <a:bodyPr lIns="0" tIns="0" rIns="0" bIns="0">
            <a:noAutofit/>
          </a:bodyPr>
          <a:lstStyle>
            <a:lvl1pPr marL="0" indent="0">
              <a:lnSpc>
                <a:spcPct val="95000"/>
              </a:lnSpc>
              <a:spcAft>
                <a:spcPts val="0"/>
              </a:spcAft>
              <a:buNone/>
              <a:defRPr sz="30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8" name="Rectangle 2">
            <a:extLst>
              <a:ext uri="{FF2B5EF4-FFF2-40B4-BE49-F238E27FC236}">
                <a16:creationId xmlns:a16="http://schemas.microsoft.com/office/drawing/2014/main" id="{97444B69-6D79-A24E-A17C-71F3B35DFFAF}"/>
              </a:ext>
            </a:extLst>
          </p:cNvPr>
          <p:cNvSpPr>
            <a:spLocks/>
          </p:cNvSpPr>
          <p:nvPr userDrawn="1"/>
        </p:nvSpPr>
        <p:spPr bwMode="auto">
          <a:xfrm>
            <a:off x="914719" y="6439834"/>
            <a:ext cx="3225242"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t">
            <a:spAutoFit/>
          </a:bodyPr>
          <a:lstStyle/>
          <a:p>
            <a:fld id="{C84F2FB2-4A16-1542-BD5E-F56870239E74}" type="slidenum">
              <a:rPr lang="en-US" sz="800" b="0" i="0" smtClean="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a:t>
            </a:fld>
            <a:r>
              <a:rPr lang="en-US" sz="8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  |  Copyright © 2021 Deloitte Development LLC. All rights reserved.</a:t>
            </a:r>
          </a:p>
        </p:txBody>
      </p:sp>
    </p:spTree>
    <p:extLst>
      <p:ext uri="{BB962C8B-B14F-4D97-AF65-F5344CB8AC3E}">
        <p14:creationId xmlns:p14="http://schemas.microsoft.com/office/powerpoint/2010/main" val="153609029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ue">
    <p:bg bwMode="gray">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F96BDF-9362-D94E-B1D2-CFAF3AD867EE}"/>
              </a:ext>
            </a:extLst>
          </p:cNvPr>
          <p:cNvSpPr>
            <a:spLocks noGrp="1"/>
          </p:cNvSpPr>
          <p:nvPr>
            <p:ph type="title"/>
          </p:nvPr>
        </p:nvSpPr>
        <p:spPr bwMode="gray">
          <a:xfrm>
            <a:off x="914400" y="1705668"/>
            <a:ext cx="10418233" cy="1592403"/>
          </a:xfrm>
        </p:spPr>
        <p:txBody>
          <a:bodyPr anchor="b"/>
          <a:lstStyle>
            <a:lvl1pPr>
              <a:lnSpc>
                <a:spcPct val="95000"/>
              </a:lnSpc>
              <a:defRPr sz="385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6" name="Text Placeholder 2">
            <a:extLst>
              <a:ext uri="{FF2B5EF4-FFF2-40B4-BE49-F238E27FC236}">
                <a16:creationId xmlns:a16="http://schemas.microsoft.com/office/drawing/2014/main" id="{84800968-F261-E84D-92F7-07E113E702E0}"/>
              </a:ext>
            </a:extLst>
          </p:cNvPr>
          <p:cNvSpPr>
            <a:spLocks noGrp="1"/>
          </p:cNvSpPr>
          <p:nvPr>
            <p:ph type="body" idx="1"/>
          </p:nvPr>
        </p:nvSpPr>
        <p:spPr bwMode="gray">
          <a:xfrm>
            <a:off x="914400" y="3429000"/>
            <a:ext cx="10418233" cy="1566532"/>
          </a:xfrm>
          <a:prstGeom prst="rect">
            <a:avLst/>
          </a:prstGeom>
        </p:spPr>
        <p:txBody>
          <a:bodyPr lIns="0" tIns="0" rIns="0" bIns="0">
            <a:noAutofit/>
          </a:bodyPr>
          <a:lstStyle>
            <a:lvl1pPr marL="0" indent="0">
              <a:lnSpc>
                <a:spcPct val="95000"/>
              </a:lnSpc>
              <a:spcAft>
                <a:spcPts val="0"/>
              </a:spcAft>
              <a:buNone/>
              <a:defRPr sz="30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8" name="Rectangle 2">
            <a:extLst>
              <a:ext uri="{FF2B5EF4-FFF2-40B4-BE49-F238E27FC236}">
                <a16:creationId xmlns:a16="http://schemas.microsoft.com/office/drawing/2014/main" id="{82E1E643-9172-2E4A-B1E4-756E48CA8745}"/>
              </a:ext>
            </a:extLst>
          </p:cNvPr>
          <p:cNvSpPr>
            <a:spLocks/>
          </p:cNvSpPr>
          <p:nvPr userDrawn="1"/>
        </p:nvSpPr>
        <p:spPr bwMode="auto">
          <a:xfrm>
            <a:off x="914719" y="6439834"/>
            <a:ext cx="3225242"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t">
            <a:spAutoFit/>
          </a:bodyPr>
          <a:lstStyle/>
          <a:p>
            <a:fld id="{C84F2FB2-4A16-1542-BD5E-F56870239E74}" type="slidenum">
              <a:rPr lang="en-US" sz="800" b="0" i="0" smtClean="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a:t>
            </a:fld>
            <a:r>
              <a:rPr lang="en-US" sz="8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  |  Copyright © 2021 Deloitte Development LLC. All rights reserved.</a:t>
            </a:r>
          </a:p>
        </p:txBody>
      </p:sp>
    </p:spTree>
    <p:extLst>
      <p:ext uri="{BB962C8B-B14F-4D97-AF65-F5344CB8AC3E}">
        <p14:creationId xmlns:p14="http://schemas.microsoft.com/office/powerpoint/2010/main" val="190093167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blue">
    <p:bg bwMode="gray">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F96BDF-9362-D94E-B1D2-CFAF3AD867EE}"/>
              </a:ext>
            </a:extLst>
          </p:cNvPr>
          <p:cNvSpPr>
            <a:spLocks noGrp="1"/>
          </p:cNvSpPr>
          <p:nvPr>
            <p:ph type="title"/>
          </p:nvPr>
        </p:nvSpPr>
        <p:spPr bwMode="gray">
          <a:xfrm>
            <a:off x="914400" y="1705668"/>
            <a:ext cx="10418233" cy="1592403"/>
          </a:xfrm>
        </p:spPr>
        <p:txBody>
          <a:bodyPr anchor="b"/>
          <a:lstStyle>
            <a:lvl1pPr>
              <a:lnSpc>
                <a:spcPct val="95000"/>
              </a:lnSpc>
              <a:defRPr sz="385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6" name="Text Placeholder 2">
            <a:extLst>
              <a:ext uri="{FF2B5EF4-FFF2-40B4-BE49-F238E27FC236}">
                <a16:creationId xmlns:a16="http://schemas.microsoft.com/office/drawing/2014/main" id="{84800968-F261-E84D-92F7-07E113E702E0}"/>
              </a:ext>
            </a:extLst>
          </p:cNvPr>
          <p:cNvSpPr>
            <a:spLocks noGrp="1"/>
          </p:cNvSpPr>
          <p:nvPr>
            <p:ph type="body" idx="1"/>
          </p:nvPr>
        </p:nvSpPr>
        <p:spPr bwMode="gray">
          <a:xfrm>
            <a:off x="914400" y="3429000"/>
            <a:ext cx="10418233" cy="1566532"/>
          </a:xfrm>
          <a:prstGeom prst="rect">
            <a:avLst/>
          </a:prstGeom>
        </p:spPr>
        <p:txBody>
          <a:bodyPr lIns="0" tIns="0" rIns="0" bIns="0">
            <a:noAutofit/>
          </a:bodyPr>
          <a:lstStyle>
            <a:lvl1pPr marL="0" indent="0">
              <a:lnSpc>
                <a:spcPct val="95000"/>
              </a:lnSpc>
              <a:spcAft>
                <a:spcPts val="0"/>
              </a:spcAft>
              <a:buNone/>
              <a:defRPr sz="30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8" name="Rectangle 2">
            <a:extLst>
              <a:ext uri="{FF2B5EF4-FFF2-40B4-BE49-F238E27FC236}">
                <a16:creationId xmlns:a16="http://schemas.microsoft.com/office/drawing/2014/main" id="{CF19CD8D-2C31-9E48-9592-29DB6C8CEB1A}"/>
              </a:ext>
            </a:extLst>
          </p:cNvPr>
          <p:cNvSpPr>
            <a:spLocks/>
          </p:cNvSpPr>
          <p:nvPr userDrawn="1"/>
        </p:nvSpPr>
        <p:spPr bwMode="auto">
          <a:xfrm>
            <a:off x="914719" y="6439834"/>
            <a:ext cx="3225242"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t">
            <a:spAutoFit/>
          </a:bodyPr>
          <a:lstStyle/>
          <a:p>
            <a:fld id="{C84F2FB2-4A16-1542-BD5E-F56870239E74}" type="slidenum">
              <a:rPr lang="en-US" sz="800" b="0" i="0" smtClean="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a:t>
            </a:fld>
            <a:r>
              <a:rPr lang="en-US" sz="8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  |  Copyright © 2021 Deloitte Development LLC. All rights reserved.</a:t>
            </a:r>
          </a:p>
        </p:txBody>
      </p:sp>
    </p:spTree>
    <p:extLst>
      <p:ext uri="{BB962C8B-B14F-4D97-AF65-F5344CB8AC3E}">
        <p14:creationId xmlns:p14="http://schemas.microsoft.com/office/powerpoint/2010/main" val="30022741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0A95D9-BBCA-6A4A-9B53-148371045DC0}"/>
              </a:ext>
            </a:extLst>
          </p:cNvPr>
          <p:cNvSpPr>
            <a:spLocks noGrp="1"/>
          </p:cNvSpPr>
          <p:nvPr>
            <p:ph type="title"/>
          </p:nvPr>
        </p:nvSpPr>
        <p:spPr bwMode="gray">
          <a:xfrm>
            <a:off x="914400" y="1705668"/>
            <a:ext cx="10418233" cy="1592403"/>
          </a:xfrm>
        </p:spPr>
        <p:txBody>
          <a:bodyPr anchor="b"/>
          <a:lstStyle>
            <a:lvl1pPr>
              <a:lnSpc>
                <a:spcPct val="95000"/>
              </a:lnSpc>
              <a:defRPr sz="385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5" name="Text Placeholder 2">
            <a:extLst>
              <a:ext uri="{FF2B5EF4-FFF2-40B4-BE49-F238E27FC236}">
                <a16:creationId xmlns:a16="http://schemas.microsoft.com/office/drawing/2014/main" id="{BD3718A7-D83C-7C43-935A-0F1BACB2133E}"/>
              </a:ext>
            </a:extLst>
          </p:cNvPr>
          <p:cNvSpPr>
            <a:spLocks noGrp="1"/>
          </p:cNvSpPr>
          <p:nvPr>
            <p:ph type="body" idx="1"/>
          </p:nvPr>
        </p:nvSpPr>
        <p:spPr bwMode="gray">
          <a:xfrm>
            <a:off x="914400" y="3429000"/>
            <a:ext cx="10418233" cy="1566532"/>
          </a:xfrm>
          <a:prstGeom prst="rect">
            <a:avLst/>
          </a:prstGeom>
        </p:spPr>
        <p:txBody>
          <a:bodyPr lIns="0" tIns="0" rIns="0" bIns="0">
            <a:noAutofit/>
          </a:bodyPr>
          <a:lstStyle>
            <a:lvl1pPr marL="0" indent="0">
              <a:lnSpc>
                <a:spcPct val="95000"/>
              </a:lnSpc>
              <a:spcAft>
                <a:spcPts val="0"/>
              </a:spcAft>
              <a:buNone/>
              <a:defRPr sz="30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6" name="Rectangle 2">
            <a:extLst>
              <a:ext uri="{FF2B5EF4-FFF2-40B4-BE49-F238E27FC236}">
                <a16:creationId xmlns:a16="http://schemas.microsoft.com/office/drawing/2014/main" id="{745A6B15-EC08-E643-822D-D3650B1ECEE1}"/>
              </a:ext>
            </a:extLst>
          </p:cNvPr>
          <p:cNvSpPr>
            <a:spLocks/>
          </p:cNvSpPr>
          <p:nvPr userDrawn="1"/>
        </p:nvSpPr>
        <p:spPr bwMode="auto">
          <a:xfrm>
            <a:off x="914719" y="6439834"/>
            <a:ext cx="3225242"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t">
            <a:spAutoFit/>
          </a:bodyPr>
          <a:lstStyle/>
          <a:p>
            <a:fld id="{C84F2FB2-4A16-1542-BD5E-F56870239E74}" type="slidenum">
              <a:rPr lang="en-US" sz="800" b="0" i="0" smtClean="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a:t>
            </a:fld>
            <a:r>
              <a:rPr lang="en-US" sz="8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  |  Copyright © 2021 Deloitte Development LLC. All rights reserved.</a:t>
            </a:r>
          </a:p>
        </p:txBody>
      </p:sp>
    </p:spTree>
    <p:extLst>
      <p:ext uri="{BB962C8B-B14F-4D97-AF65-F5344CB8AC3E}">
        <p14:creationId xmlns:p14="http://schemas.microsoft.com/office/powerpoint/2010/main" val="80792257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93B0C5-EC18-3844-9EC1-6743BD4C04B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651"/>
          <a:stretch/>
        </p:blipFill>
        <p:spPr>
          <a:xfrm>
            <a:off x="0" y="0"/>
            <a:ext cx="12191999" cy="4609389"/>
          </a:xfrm>
          <a:prstGeom prst="rect">
            <a:avLst/>
          </a:prstGeom>
        </p:spPr>
      </p:pic>
      <p:sp>
        <p:nvSpPr>
          <p:cNvPr id="5" name="Rectangle 4">
            <a:extLst>
              <a:ext uri="{FF2B5EF4-FFF2-40B4-BE49-F238E27FC236}">
                <a16:creationId xmlns:a16="http://schemas.microsoft.com/office/drawing/2014/main" id="{A17DBC56-16A2-8A45-ADAB-86FB8A52DEDF}"/>
              </a:ext>
            </a:extLst>
          </p:cNvPr>
          <p:cNvSpPr/>
          <p:nvPr userDrawn="1"/>
        </p:nvSpPr>
        <p:spPr>
          <a:xfrm>
            <a:off x="4267200" y="4918427"/>
            <a:ext cx="7010400" cy="1421928"/>
          </a:xfrm>
          <a:prstGeom prst="rect">
            <a:avLst/>
          </a:prstGeom>
        </p:spPr>
        <p:txBody>
          <a:bodyPr wrap="square" lIns="0" rIns="0" numCol="2" spcCol="182880">
            <a:spAutoFit/>
          </a:bodyPr>
          <a:lstStyle/>
          <a:p>
            <a:pPr>
              <a:lnSpc>
                <a:spcPct val="120000"/>
              </a:lnSpc>
            </a:pPr>
            <a:r>
              <a:rPr lang="en-US" sz="700">
                <a:latin typeface="Open Sans" charset="0"/>
                <a:ea typeface="Open Sans" charset="0"/>
                <a:cs typeface="Open Sans" charset="0"/>
              </a:rPr>
              <a:t>This publication contains general information only, and none of the member firms of Deloitte Touche Tohmatsu Limited, its member firms, or their related entities (collective, the “Deloitte Network”) is, by means of this publication, rendering professional advice or services. Before making any decision or taking any action that may affect your business, you should consult a qualified professional adviser. No entity in the Deloitte Network shall be responsible for any loss whatsoever sustained by any person who relies on this publication.</a:t>
            </a:r>
          </a:p>
          <a:p>
            <a:pPr>
              <a:lnSpc>
                <a:spcPct val="120000"/>
              </a:lnSpc>
            </a:pPr>
            <a:br>
              <a:rPr lang="en-US" sz="700">
                <a:latin typeface="Open Sans" charset="0"/>
                <a:ea typeface="Open Sans" charset="0"/>
                <a:cs typeface="Open Sans" charset="0"/>
              </a:rPr>
            </a:br>
            <a:br>
              <a:rPr lang="en-US" sz="700">
                <a:latin typeface="Open Sans" charset="0"/>
                <a:ea typeface="Open Sans" charset="0"/>
                <a:cs typeface="Open Sans" charset="0"/>
              </a:rPr>
            </a:br>
            <a:endParaRPr lang="en-US" sz="700">
              <a:latin typeface="Open Sans" charset="0"/>
              <a:ea typeface="Open Sans" charset="0"/>
              <a:cs typeface="Open Sans" charset="0"/>
            </a:endParaRPr>
          </a:p>
          <a:p>
            <a:pPr>
              <a:lnSpc>
                <a:spcPct val="120000"/>
              </a:lnSpc>
            </a:pPr>
            <a:r>
              <a:rPr lang="en-US" sz="700">
                <a:latin typeface="Open Sans" charset="0"/>
                <a:ea typeface="Open Sans" charset="0"/>
                <a:cs typeface="Open Sans" charset="0"/>
              </a:rPr>
              <a:t>As used in this document, “Deloitte” means Deloitte Consulting LLP, a subsidiary of Deloitte LLP. Please see www.deloitte.com/us/about for a detailed description of the legal structure of Deloitte USA LLP, Deloitte LLP and their respective subsidiaries. Certain services may not be available to attest clients under </a:t>
            </a:r>
            <a:br>
              <a:rPr lang="en-US" sz="700">
                <a:latin typeface="Open Sans" charset="0"/>
                <a:ea typeface="Open Sans" charset="0"/>
                <a:cs typeface="Open Sans" charset="0"/>
              </a:rPr>
            </a:br>
            <a:r>
              <a:rPr lang="en-US" sz="700">
                <a:latin typeface="Open Sans" charset="0"/>
                <a:ea typeface="Open Sans" charset="0"/>
                <a:cs typeface="Open Sans" charset="0"/>
              </a:rPr>
              <a:t>the rules and regulations of public accounting.</a:t>
            </a:r>
          </a:p>
          <a:p>
            <a:endParaRPr lang="en-US" sz="700">
              <a:latin typeface="Open Sans" charset="0"/>
              <a:ea typeface="Open Sans" charset="0"/>
              <a:cs typeface="Open Sans" charset="0"/>
              <a:sym typeface="Frutiger Next Pro Light" charset="0"/>
            </a:endParaRPr>
          </a:p>
          <a:p>
            <a:r>
              <a:rPr lang="en-US" sz="700" b="1">
                <a:latin typeface="Open Sans" charset="0"/>
                <a:ea typeface="Open Sans" charset="0"/>
                <a:cs typeface="Open Sans" charset="0"/>
                <a:sym typeface="Frutiger Next Pro Light" charset="0"/>
              </a:rPr>
              <a:t>Copyright ©2021 Deloitte Development LLC. </a:t>
            </a:r>
            <a:br>
              <a:rPr lang="en-US" sz="700">
                <a:latin typeface="Open Sans" charset="0"/>
                <a:ea typeface="Open Sans" charset="0"/>
                <a:cs typeface="Open Sans" charset="0"/>
                <a:sym typeface="Frutiger Next Pro Light" charset="0"/>
              </a:rPr>
            </a:br>
            <a:r>
              <a:rPr lang="en-US" sz="700" b="1">
                <a:latin typeface="Open Sans" charset="0"/>
                <a:ea typeface="Open Sans" charset="0"/>
                <a:cs typeface="Open Sans" charset="0"/>
                <a:sym typeface="Frutiger Next Pro Light" charset="0"/>
              </a:rPr>
              <a:t>All rights reserved. </a:t>
            </a:r>
            <a:r>
              <a:rPr lang="en-US" sz="700" b="1">
                <a:latin typeface="Open Sans" charset="0"/>
                <a:ea typeface="Open Sans" charset="0"/>
                <a:cs typeface="Open Sans" charset="0"/>
              </a:rPr>
              <a:t>Member of Deloitte Touche Tohmatsu Limited</a:t>
            </a:r>
          </a:p>
        </p:txBody>
      </p:sp>
      <p:grpSp>
        <p:nvGrpSpPr>
          <p:cNvPr id="6" name="Group 5">
            <a:extLst>
              <a:ext uri="{FF2B5EF4-FFF2-40B4-BE49-F238E27FC236}">
                <a16:creationId xmlns:a16="http://schemas.microsoft.com/office/drawing/2014/main" id="{6848709A-E1B1-2B4B-AC88-B2670CC61B67}"/>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7" name="Oval 5">
              <a:extLst>
                <a:ext uri="{FF2B5EF4-FFF2-40B4-BE49-F238E27FC236}">
                  <a16:creationId xmlns:a16="http://schemas.microsoft.com/office/drawing/2014/main" id="{F566D77F-A4A5-AF45-844A-924758F27C6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8" name="Freeform 6">
              <a:extLst>
                <a:ext uri="{FF2B5EF4-FFF2-40B4-BE49-F238E27FC236}">
                  <a16:creationId xmlns:a16="http://schemas.microsoft.com/office/drawing/2014/main" id="{47D602E8-F15C-AC4A-8B02-CCB8C0214511}"/>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9" name="Rectangle 7">
              <a:extLst>
                <a:ext uri="{FF2B5EF4-FFF2-40B4-BE49-F238E27FC236}">
                  <a16:creationId xmlns:a16="http://schemas.microsoft.com/office/drawing/2014/main" id="{C746EFBD-73CD-C845-AB42-8FD3DA51265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10" name="Freeform 8">
              <a:extLst>
                <a:ext uri="{FF2B5EF4-FFF2-40B4-BE49-F238E27FC236}">
                  <a16:creationId xmlns:a16="http://schemas.microsoft.com/office/drawing/2014/main" id="{12514846-1941-5945-A6E8-0FE7CBE5D32E}"/>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11" name="Rectangle 9">
              <a:extLst>
                <a:ext uri="{FF2B5EF4-FFF2-40B4-BE49-F238E27FC236}">
                  <a16:creationId xmlns:a16="http://schemas.microsoft.com/office/drawing/2014/main" id="{2BEED3FE-CC45-AB49-8FF4-C9AB02079E7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12" name="Rectangle 10">
              <a:extLst>
                <a:ext uri="{FF2B5EF4-FFF2-40B4-BE49-F238E27FC236}">
                  <a16:creationId xmlns:a16="http://schemas.microsoft.com/office/drawing/2014/main" id="{E35922ED-5B22-8441-8343-7455702BC72D}"/>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13" name="Freeform 11">
              <a:extLst>
                <a:ext uri="{FF2B5EF4-FFF2-40B4-BE49-F238E27FC236}">
                  <a16:creationId xmlns:a16="http://schemas.microsoft.com/office/drawing/2014/main" id="{E6E7B97F-BD16-314D-AB5E-DCB06950541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14" name="Freeform 12">
              <a:extLst>
                <a:ext uri="{FF2B5EF4-FFF2-40B4-BE49-F238E27FC236}">
                  <a16:creationId xmlns:a16="http://schemas.microsoft.com/office/drawing/2014/main" id="{E8843039-5438-7F4F-90AE-BC1D82ED58BE}"/>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15" name="Freeform 13">
              <a:extLst>
                <a:ext uri="{FF2B5EF4-FFF2-40B4-BE49-F238E27FC236}">
                  <a16:creationId xmlns:a16="http://schemas.microsoft.com/office/drawing/2014/main" id="{1A7BE6E8-800C-1343-8273-B08FC4083F7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sp>
          <p:nvSpPr>
            <p:cNvPr id="16" name="Freeform 14">
              <a:extLst>
                <a:ext uri="{FF2B5EF4-FFF2-40B4-BE49-F238E27FC236}">
                  <a16:creationId xmlns:a16="http://schemas.microsoft.com/office/drawing/2014/main" id="{84A6892B-7A85-AB4B-903F-6E77E45B470A}"/>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b="0" i="0">
                <a:solidFill>
                  <a:schemeClr val="bg1"/>
                </a:solidFill>
                <a:latin typeface="Open Sans" panose="020B0606030504020204" pitchFamily="34" charset="0"/>
              </a:endParaRPr>
            </a:p>
          </p:txBody>
        </p:sp>
      </p:grpSp>
      <p:sp>
        <p:nvSpPr>
          <p:cNvPr id="20" name="Text Placeholder 19">
            <a:extLst>
              <a:ext uri="{FF2B5EF4-FFF2-40B4-BE49-F238E27FC236}">
                <a16:creationId xmlns:a16="http://schemas.microsoft.com/office/drawing/2014/main" id="{C9C3938E-ADBB-E643-A54A-CD3E35D590C0}"/>
              </a:ext>
            </a:extLst>
          </p:cNvPr>
          <p:cNvSpPr>
            <a:spLocks noGrp="1"/>
          </p:cNvSpPr>
          <p:nvPr>
            <p:ph type="body" sz="quarter" idx="10"/>
          </p:nvPr>
        </p:nvSpPr>
        <p:spPr>
          <a:xfrm>
            <a:off x="4267200" y="2489200"/>
            <a:ext cx="4040187" cy="947738"/>
          </a:xfrm>
          <a:prstGeom prst="rect">
            <a:avLst/>
          </a:prstGeom>
        </p:spPr>
        <p:txBody>
          <a:bodyPr/>
          <a:lstStyle>
            <a:lvl1pPr marL="0" indent="0">
              <a:buNone/>
              <a:defRPr sz="2800" b="0" i="0">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Edit Master text style</a:t>
            </a:r>
          </a:p>
        </p:txBody>
      </p:sp>
      <p:sp>
        <p:nvSpPr>
          <p:cNvPr id="22" name="Text Placeholder 21">
            <a:extLst>
              <a:ext uri="{FF2B5EF4-FFF2-40B4-BE49-F238E27FC236}">
                <a16:creationId xmlns:a16="http://schemas.microsoft.com/office/drawing/2014/main" id="{665597FE-E0A9-EC40-9439-4B233014B30C}"/>
              </a:ext>
            </a:extLst>
          </p:cNvPr>
          <p:cNvSpPr>
            <a:spLocks noGrp="1"/>
          </p:cNvSpPr>
          <p:nvPr>
            <p:ph type="body" sz="quarter" idx="11"/>
          </p:nvPr>
        </p:nvSpPr>
        <p:spPr>
          <a:xfrm>
            <a:off x="4267200" y="3436938"/>
            <a:ext cx="4040187" cy="1003300"/>
          </a:xfrm>
          <a:prstGeom prst="rect">
            <a:avLst/>
          </a:prstGeom>
        </p:spPr>
        <p:txBody>
          <a:bodyPr/>
          <a:lstStyle>
            <a:lvl1pPr marL="0" indent="0">
              <a:buNone/>
              <a:defRPr sz="1800" b="1" i="0">
                <a:latin typeface="Open Sans" panose="020B0606030504020204" pitchFamily="34" charset="0"/>
                <a:ea typeface="Open Sans" panose="020B0606030504020204" pitchFamily="34" charset="0"/>
                <a:cs typeface="Open Sans" panose="020B0606030504020204" pitchFamily="34" charset="0"/>
              </a:defRPr>
            </a:lvl1pPr>
            <a:lvl2pPr marL="0" indent="0">
              <a:buNone/>
              <a:defRPr b="0" i="0">
                <a:latin typeface="Open Sans" panose="020B0606030504020204" pitchFamily="34" charset="0"/>
                <a:ea typeface="Open Sans" panose="020B0606030504020204" pitchFamily="34" charset="0"/>
                <a:cs typeface="Open Sans" panose="020B0606030504020204" pitchFamily="34" charset="0"/>
              </a:defRPr>
            </a:lvl2pPr>
          </a:lstStyle>
          <a:p>
            <a:pPr lvl="0"/>
            <a:r>
              <a:rPr lang="en-US"/>
              <a:t>Edit Master text styles</a:t>
            </a:r>
          </a:p>
          <a:p>
            <a:pPr lvl="1"/>
            <a:r>
              <a:rPr lang="en-US"/>
              <a:t>Second level</a:t>
            </a:r>
          </a:p>
        </p:txBody>
      </p:sp>
      <p:pic>
        <p:nvPicPr>
          <p:cNvPr id="18" name="Picture 17">
            <a:extLst>
              <a:ext uri="{FF2B5EF4-FFF2-40B4-BE49-F238E27FC236}">
                <a16:creationId xmlns:a16="http://schemas.microsoft.com/office/drawing/2014/main" id="{5C9C6A3F-1D71-A240-BB29-E4948885DFF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277061" y="6262753"/>
            <a:ext cx="1000539" cy="290447"/>
          </a:xfrm>
          <a:prstGeom prst="rect">
            <a:avLst/>
          </a:prstGeom>
        </p:spPr>
      </p:pic>
    </p:spTree>
    <p:extLst>
      <p:ext uri="{BB962C8B-B14F-4D97-AF65-F5344CB8AC3E}">
        <p14:creationId xmlns:p14="http://schemas.microsoft.com/office/powerpoint/2010/main" val="840588594"/>
      </p:ext>
    </p:extLst>
  </p:cSld>
  <p:clrMapOvr>
    <a:masterClrMapping/>
  </p:clrMapOvr>
  <p:transition>
    <p:fade/>
  </p:transition>
  <p:extLst>
    <p:ext uri="{DCECCB84-F9BA-43D5-87BE-67443E8EF086}">
      <p15:sldGuideLst xmlns:p15="http://schemas.microsoft.com/office/powerpoint/2012/main">
        <p15:guide id="1" orient="horz" pos="432">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Master Blocker">
    <p:bg>
      <p:bgPr>
        <a:solidFill>
          <a:schemeClr val="accent2"/>
        </a:solidFill>
        <a:effectLst/>
      </p:bgPr>
    </p:bg>
    <p:spTree>
      <p:nvGrpSpPr>
        <p:cNvPr id="1" name=""/>
        <p:cNvGrpSpPr/>
        <p:nvPr/>
      </p:nvGrpSpPr>
      <p:grpSpPr>
        <a:xfrm>
          <a:off x="0" y="0"/>
          <a:ext cx="0" cy="0"/>
          <a:chOff x="0" y="0"/>
          <a:chExt cx="0" cy="0"/>
        </a:xfrm>
      </p:grpSpPr>
      <p:sp>
        <p:nvSpPr>
          <p:cNvPr id="3" name="TextBox 2"/>
          <p:cNvSpPr txBox="1"/>
          <p:nvPr userDrawn="1"/>
        </p:nvSpPr>
        <p:spPr>
          <a:xfrm>
            <a:off x="914400" y="1217629"/>
            <a:ext cx="10363200" cy="4616648"/>
          </a:xfrm>
          <a:prstGeom prst="rect">
            <a:avLst/>
          </a:prstGeom>
          <a:noFill/>
        </p:spPr>
        <p:txBody>
          <a:bodyPr wrap="square" rtlCol="0">
            <a:spAutoFit/>
          </a:bodyPr>
          <a:lstStyle/>
          <a:p>
            <a:pPr algn="ctr"/>
            <a:r>
              <a:rPr lang="en-US" sz="11500" b="0" i="0">
                <a:latin typeface="Open Sans" panose="020B0606030504020204" pitchFamily="34" charset="0"/>
              </a:rPr>
              <a:t>Do not use this</a:t>
            </a:r>
            <a:r>
              <a:rPr lang="en-US" sz="11500" b="0" i="0" baseline="0">
                <a:latin typeface="Open Sans" panose="020B0606030504020204" pitchFamily="34" charset="0"/>
              </a:rPr>
              <a:t> layout</a:t>
            </a:r>
          </a:p>
          <a:p>
            <a:pPr algn="ctr"/>
            <a:endParaRPr lang="en-US" sz="3200" b="0" i="0" baseline="0">
              <a:latin typeface="Open Sans" panose="020B0606030504020204" pitchFamily="34" charset="0"/>
            </a:endParaRPr>
          </a:p>
          <a:p>
            <a:pPr algn="ctr"/>
            <a:r>
              <a:rPr lang="en-US" sz="3200" b="0" i="0" baseline="0">
                <a:latin typeface="Open Sans" panose="020B0606030504020204" pitchFamily="34" charset="0"/>
              </a:rPr>
              <a:t>Delete any master slides that occur after this layout</a:t>
            </a:r>
            <a:endParaRPr lang="en-US" sz="3200" b="0" i="0">
              <a:latin typeface="Open Sans" panose="020B0606030504020204" pitchFamily="34" charset="0"/>
            </a:endParaRPr>
          </a:p>
        </p:txBody>
      </p:sp>
    </p:spTree>
    <p:extLst>
      <p:ext uri="{BB962C8B-B14F-4D97-AF65-F5344CB8AC3E}">
        <p14:creationId xmlns:p14="http://schemas.microsoft.com/office/powerpoint/2010/main" val="944212210"/>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41501974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81447875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56087427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30780552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478399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191479611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8"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2021 Deloitte Development LLC. All rights reserved.</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54965911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96751365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1"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2019 Deloitte Development LLC. All rights reserved.</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241676936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69056753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CaseCode"/>
          <p:cNvSpPr txBox="1"/>
          <p:nvPr userDrawn="1"/>
        </p:nvSpPr>
        <p:spPr>
          <a:xfrm>
            <a:off x="6336000" y="6476999"/>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3"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2017 Deloitte Development LLC. All rights reserved.</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962144505"/>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CaseCode"/>
          <p:cNvSpPr txBox="1"/>
          <p:nvPr userDrawn="1"/>
        </p:nvSpPr>
        <p:spPr>
          <a:xfrm>
            <a:off x="6336000" y="6476999"/>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980239457"/>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8" name="CaseCode"/>
          <p:cNvSpPr txBox="1"/>
          <p:nvPr userDrawn="1"/>
        </p:nvSpPr>
        <p:spPr>
          <a:xfrm>
            <a:off x="6336000" y="6476999"/>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9"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2017 Deloitte Development LLC. All rights reserved.</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2562235199"/>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5"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2017 Deloitte Development LLC. All rights reserved.</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4146171452"/>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0928906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78292790"/>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86124742"/>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472626767"/>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689689117"/>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13047861"/>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6242001"/>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41896585"/>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356869025"/>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58733982"/>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892211804"/>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72878454"/>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32158347"/>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98041451"/>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112741502"/>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3_Title &amp; subtitl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30" imgH="528" progId="TCLayout.ActiveDocument.1">
                  <p:embed/>
                </p:oleObj>
              </mc:Choice>
              <mc:Fallback>
                <p:oleObj name="think-cell Slide" r:id="rId3" imgW="530" imgH="528"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81741553"/>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spcAft>
                <a:spcPts val="1333"/>
              </a:spcAft>
            </a:pPr>
            <a:endParaRPr lang="en-US" sz="1467">
              <a:solidFill>
                <a:prstClr val="white"/>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spcAft>
                <a:spcPts val="1333"/>
              </a:spcAft>
            </a:pPr>
            <a:endParaRPr lang="en-US" sz="1467">
              <a:solidFill>
                <a:prstClr val="white"/>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Tree>
    <p:extLst>
      <p:ext uri="{BB962C8B-B14F-4D97-AF65-F5344CB8AC3E}">
        <p14:creationId xmlns:p14="http://schemas.microsoft.com/office/powerpoint/2010/main" val="2969736544"/>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787144747"/>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37013912"/>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004161"/>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Copyright © 2017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834849285"/>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82438331"/>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61731942"/>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8371939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90671861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165625987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5720458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7"/>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5"/>
            <a:ext cx="10418235"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14" name="TextBox 13"/>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295557217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325719432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5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6278238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23609401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20" name="TextBox 19"/>
          <p:cNvSpPr txBox="1"/>
          <p:nvPr userDrawn="1"/>
        </p:nvSpPr>
        <p:spPr>
          <a:xfrm>
            <a:off x="5825067" y="6477004"/>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21" name="TextBox 20"/>
          <p:cNvSpPr txBox="1"/>
          <p:nvPr userDrawn="1"/>
        </p:nvSpPr>
        <p:spPr>
          <a:xfrm>
            <a:off x="469903"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22" name="TextBox 21"/>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341935534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4" y="1705672"/>
            <a:ext cx="10418233" cy="1592403"/>
          </a:xfrm>
        </p:spPr>
        <p:txBody>
          <a:bodyPr anchor="b"/>
          <a:lstStyle>
            <a:lvl1pPr>
              <a:lnSpc>
                <a:spcPct val="95000"/>
              </a:lnSpc>
              <a:defRPr sz="3851"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1">
                <a:solidFill>
                  <a:schemeClr val="tx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50912161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6" y="1590679"/>
            <a:ext cx="9029604" cy="4708525"/>
          </a:xfrm>
          <a:prstGeom prst="rect">
            <a:avLst/>
          </a:prstGeom>
        </p:spPr>
        <p:txBody>
          <a:bodyPr>
            <a:noAutofit/>
          </a:bodyPr>
          <a:lstStyle>
            <a:lvl1pPr>
              <a:spcBef>
                <a:spcPts val="4800"/>
              </a:spcBef>
              <a:defRPr sz="2800">
                <a:solidFill>
                  <a:schemeClr val="bg1"/>
                </a:solidFill>
              </a:defRPr>
            </a:lvl1pPr>
            <a:lvl2pPr marL="609570" indent="-60957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TextBox 8"/>
          <p:cNvSpPr txBox="1"/>
          <p:nvPr userDrawn="1"/>
        </p:nvSpPr>
        <p:spPr>
          <a:xfrm>
            <a:off x="5825067" y="6477004"/>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13" name="TextBox 12"/>
          <p:cNvSpPr txBox="1"/>
          <p:nvPr userDrawn="1"/>
        </p:nvSpPr>
        <p:spPr>
          <a:xfrm>
            <a:off x="469903"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14" name="TextBox 13"/>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968094682"/>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6" y="1590679"/>
            <a:ext cx="9029604" cy="4708525"/>
          </a:xfrm>
          <a:prstGeom prst="rect">
            <a:avLst/>
          </a:prstGeom>
        </p:spPr>
        <p:txBody>
          <a:bodyPr>
            <a:noAutofit/>
          </a:bodyPr>
          <a:lstStyle>
            <a:lvl1pPr>
              <a:spcBef>
                <a:spcPts val="4800"/>
              </a:spcBef>
              <a:defRPr sz="2800">
                <a:solidFill>
                  <a:schemeClr val="bg1"/>
                </a:solidFill>
              </a:defRPr>
            </a:lvl1pPr>
            <a:lvl2pPr marL="609570" indent="-60957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TextBox 13"/>
          <p:cNvSpPr txBox="1"/>
          <p:nvPr userDrawn="1"/>
        </p:nvSpPr>
        <p:spPr>
          <a:xfrm>
            <a:off x="5825067" y="6477004"/>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15" name="TextBox 14"/>
          <p:cNvSpPr txBox="1"/>
          <p:nvPr userDrawn="1"/>
        </p:nvSpPr>
        <p:spPr>
          <a:xfrm>
            <a:off x="469903"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16" name="TextBox 15"/>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2583927980"/>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6" y="1590679"/>
            <a:ext cx="9029604" cy="4708525"/>
          </a:xfrm>
          <a:prstGeom prst="rect">
            <a:avLst/>
          </a:prstGeom>
        </p:spPr>
        <p:txBody>
          <a:bodyPr>
            <a:noAutofit/>
          </a:bodyPr>
          <a:lstStyle>
            <a:lvl1pPr>
              <a:spcBef>
                <a:spcPts val="4800"/>
              </a:spcBef>
              <a:defRPr sz="2800">
                <a:solidFill>
                  <a:schemeClr val="bg1"/>
                </a:solidFill>
              </a:defRPr>
            </a:lvl1pPr>
            <a:lvl2pPr marL="609570" indent="-60957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8" name="TextBox 17"/>
          <p:cNvSpPr txBox="1"/>
          <p:nvPr userDrawn="1"/>
        </p:nvSpPr>
        <p:spPr>
          <a:xfrm>
            <a:off x="5825067" y="6477004"/>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19" name="TextBox 18"/>
          <p:cNvSpPr txBox="1"/>
          <p:nvPr userDrawn="1"/>
        </p:nvSpPr>
        <p:spPr>
          <a:xfrm>
            <a:off x="469903"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20" name="TextBox 19"/>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1905964135"/>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6" y="1590679"/>
            <a:ext cx="9029604" cy="4708525"/>
          </a:xfrm>
          <a:prstGeom prst="rect">
            <a:avLst/>
          </a:prstGeom>
        </p:spPr>
        <p:txBody>
          <a:bodyPr>
            <a:noAutofit/>
          </a:bodyPr>
          <a:lstStyle>
            <a:lvl1pPr>
              <a:spcBef>
                <a:spcPts val="4800"/>
              </a:spcBef>
              <a:defRPr sz="2800">
                <a:solidFill>
                  <a:schemeClr val="bg1"/>
                </a:solidFill>
              </a:defRPr>
            </a:lvl1pPr>
            <a:lvl2pPr marL="609570" indent="-60957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TextBox 13"/>
          <p:cNvSpPr txBox="1"/>
          <p:nvPr userDrawn="1"/>
        </p:nvSpPr>
        <p:spPr>
          <a:xfrm>
            <a:off x="5825067" y="6477004"/>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15" name="TextBox 14"/>
          <p:cNvSpPr txBox="1"/>
          <p:nvPr userDrawn="1"/>
        </p:nvSpPr>
        <p:spPr>
          <a:xfrm>
            <a:off x="469903"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16" name="TextBox 15"/>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202888707"/>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2" y="1590679"/>
            <a:ext cx="9029604" cy="4708525"/>
          </a:xfrm>
          <a:prstGeom prst="rect">
            <a:avLst/>
          </a:prstGeom>
        </p:spPr>
        <p:txBody>
          <a:bodyPr>
            <a:noAutofit/>
          </a:bodyPr>
          <a:lstStyle>
            <a:lvl1pPr>
              <a:spcBef>
                <a:spcPts val="4800"/>
              </a:spcBef>
              <a:defRPr sz="2800">
                <a:solidFill>
                  <a:schemeClr val="tx1"/>
                </a:solidFill>
              </a:defRPr>
            </a:lvl1pPr>
            <a:lvl2pPr marL="609570" indent="-60957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130842229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70"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3" y="1665290"/>
            <a:ext cx="4333663" cy="4633911"/>
          </a:xfrm>
          <a:prstGeom prst="rect">
            <a:avLst/>
          </a:prstGeom>
        </p:spPr>
        <p:txBody>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42781631"/>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567390649"/>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516520966"/>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5"/>
            <a:ext cx="11252200" cy="3928209"/>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468002" y="5982794"/>
            <a:ext cx="11252201" cy="316411"/>
          </a:xfrm>
        </p:spPr>
        <p:txBody>
          <a:bodyPr>
            <a:noAutofit/>
          </a:bodyPr>
          <a:lstStyle>
            <a:lvl1pPr>
              <a:spcAft>
                <a:spcPts val="0"/>
              </a:spcAft>
              <a:defRPr sz="900"/>
            </a:lvl1pPr>
          </a:lstStyle>
          <a:p>
            <a:pPr lvl="0"/>
            <a:r>
              <a:rPr lang="en-US" noProof="0"/>
              <a:t>Click to edit Master text styles</a:t>
            </a:r>
          </a:p>
        </p:txBody>
      </p:sp>
      <p:sp>
        <p:nvSpPr>
          <p:cNvPr id="7"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92004516"/>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2003"/>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296000" y="2052002"/>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086960" y="2052003"/>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Click to edit Master text styles</a:t>
            </a:r>
          </a:p>
        </p:txBody>
      </p:sp>
      <p:sp>
        <p:nvSpPr>
          <p:cNvPr id="11" name="Text Placeholder 7"/>
          <p:cNvSpPr>
            <a:spLocks noGrp="1"/>
          </p:cNvSpPr>
          <p:nvPr>
            <p:ph type="body" sz="quarter" idx="23"/>
          </p:nvPr>
        </p:nvSpPr>
        <p:spPr>
          <a:xfrm>
            <a:off x="468002" y="5982794"/>
            <a:ext cx="11252201" cy="316411"/>
          </a:xfrm>
        </p:spPr>
        <p:txBody>
          <a:bodyPr>
            <a:noAutofit/>
          </a:bodyPr>
          <a:lstStyle>
            <a:lvl1pPr>
              <a:spcAft>
                <a:spcPts val="0"/>
              </a:spcAft>
              <a:defRPr sz="900"/>
            </a:lvl1pPr>
          </a:lstStyle>
          <a:p>
            <a:pPr lvl="0"/>
            <a:r>
              <a:rPr lang="en-US" noProof="0"/>
              <a:t>Click to edit Master text styles</a:t>
            </a:r>
          </a:p>
        </p:txBody>
      </p:sp>
      <p:sp>
        <p:nvSpPr>
          <p:cNvPr id="13"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90"/>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525443053"/>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92"/>
            <a:ext cx="5328000" cy="4622507"/>
          </a:xfrm>
          <a:prstGeom prst="rect">
            <a:avLst/>
          </a:prstGeom>
        </p:spPr>
        <p:txBody>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4"/>
            <a:ext cx="5328000" cy="4631795"/>
          </a:xfrm>
          <a:prstGeom prst="rect">
            <a:avLst/>
          </a:prstGeom>
        </p:spPr>
        <p:txBody>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768294482"/>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264" algn="r"/>
              </a:tabLst>
              <a:defRPr sz="1600"/>
            </a:lvl1pPr>
            <a:lvl2pPr>
              <a:tabLst>
                <a:tab pos="6705264" algn="r"/>
              </a:tabLst>
              <a:defRPr sz="1600"/>
            </a:lvl2pPr>
            <a:lvl3pPr>
              <a:tabLst>
                <a:tab pos="6705264" algn="r"/>
              </a:tabLst>
              <a:defRPr sz="1600"/>
            </a:lvl3pPr>
            <a:lvl4pPr>
              <a:tabLst>
                <a:tab pos="6705264" algn="r"/>
              </a:tabLst>
              <a:defRPr sz="1600"/>
            </a:lvl4pPr>
            <a:lvl5pPr>
              <a:tabLst>
                <a:tab pos="6705264"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264" algn="r"/>
              </a:tabLst>
              <a:defRPr sz="1600"/>
            </a:lvl1pPr>
            <a:lvl2pPr>
              <a:tabLst>
                <a:tab pos="6705264" algn="r"/>
              </a:tabLst>
              <a:defRPr sz="1600"/>
            </a:lvl2pPr>
            <a:lvl3pPr>
              <a:tabLst>
                <a:tab pos="6705264" algn="r"/>
              </a:tabLst>
              <a:defRPr sz="1600"/>
            </a:lvl3pPr>
            <a:lvl4pPr>
              <a:tabLst>
                <a:tab pos="6705264" algn="r"/>
              </a:tabLst>
              <a:defRPr sz="1600"/>
            </a:lvl4pPr>
            <a:lvl5pPr>
              <a:tabLst>
                <a:tab pos="6705264" algn="r"/>
              </a:tabLst>
              <a:defRPr sz="1000" baseline="0"/>
            </a:lvl5pPr>
            <a:lvl6pPr>
              <a:defRPr sz="2133"/>
            </a:lvl6pPr>
            <a:lvl7pPr>
              <a:defRPr sz="2133"/>
            </a:lvl7pPr>
            <a:lvl8pPr>
              <a:defRPr sz="2133"/>
            </a:lvl8pPr>
            <a:lvl9pPr>
              <a:defRPr sz="2133"/>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012911953"/>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6" y="2125016"/>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6" y="1655764"/>
            <a:ext cx="5482516" cy="420687"/>
          </a:xfrm>
        </p:spPr>
        <p:txBody>
          <a:bodyPr>
            <a:noAutofit/>
          </a:bodyPr>
          <a:lstStyle/>
          <a:p>
            <a:pPr lvl="0"/>
            <a:r>
              <a:rPr lang="en-US" noProof="0"/>
              <a:t>Click to edit Master text styles</a:t>
            </a:r>
          </a:p>
        </p:txBody>
      </p:sp>
      <p:sp>
        <p:nvSpPr>
          <p:cNvPr id="9" name="Text Placeholder 7"/>
          <p:cNvSpPr>
            <a:spLocks noGrp="1"/>
          </p:cNvSpPr>
          <p:nvPr>
            <p:ph type="body" sz="quarter" idx="23"/>
          </p:nvPr>
        </p:nvSpPr>
        <p:spPr>
          <a:xfrm>
            <a:off x="468002" y="5982794"/>
            <a:ext cx="11252201" cy="316411"/>
          </a:xfrm>
        </p:spPr>
        <p:txBody>
          <a:bodyPr>
            <a:noAutofit/>
          </a:bodyPr>
          <a:lstStyle>
            <a:lvl1pPr>
              <a:spcAft>
                <a:spcPts val="0"/>
              </a:spcAft>
              <a:defRPr sz="900"/>
            </a:lvl1p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554428653"/>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6" y="2125016"/>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7" y="1654032"/>
            <a:ext cx="5482516" cy="420687"/>
          </a:xfrm>
        </p:spPr>
        <p:txBody>
          <a:bodyPr>
            <a:noAutofit/>
          </a:bodyPr>
          <a:lstStyle/>
          <a:p>
            <a:pPr lvl="0"/>
            <a:r>
              <a:rPr lang="en-US" noProof="0"/>
              <a:t>Click to edit Master text styles</a:t>
            </a:r>
          </a:p>
        </p:txBody>
      </p:sp>
      <p:sp>
        <p:nvSpPr>
          <p:cNvPr id="9" name="Chart Placeholder 2"/>
          <p:cNvSpPr>
            <a:spLocks noGrp="1"/>
          </p:cNvSpPr>
          <p:nvPr>
            <p:ph type="chart" sz="quarter" idx="24"/>
          </p:nvPr>
        </p:nvSpPr>
        <p:spPr>
          <a:xfrm>
            <a:off x="469900" y="2125016"/>
            <a:ext cx="5482517" cy="3857777"/>
          </a:xfrm>
        </p:spPr>
        <p:txBody>
          <a:bodyPr>
            <a:noAutofit/>
          </a:bodyPr>
          <a:lstStyle/>
          <a:p>
            <a:r>
              <a:rPr lang="en-US" noProof="0"/>
              <a:t>Click icon to add chart</a:t>
            </a:r>
          </a:p>
        </p:txBody>
      </p:sp>
      <p:sp>
        <p:nvSpPr>
          <p:cNvPr id="12" name="Text Placeholder 5"/>
          <p:cNvSpPr>
            <a:spLocks noGrp="1"/>
          </p:cNvSpPr>
          <p:nvPr>
            <p:ph type="body" sz="quarter" idx="25"/>
          </p:nvPr>
        </p:nvSpPr>
        <p:spPr>
          <a:xfrm>
            <a:off x="469900" y="1665290"/>
            <a:ext cx="5482517" cy="409427"/>
          </a:xfrm>
        </p:spPr>
        <p:txBody>
          <a:bodyPr>
            <a:noAutofit/>
          </a:bodyPr>
          <a:lstStyle/>
          <a:p>
            <a:pPr lvl="0"/>
            <a:r>
              <a:rPr lang="en-US" noProof="0"/>
              <a:t>Click to edit Master text styles</a:t>
            </a:r>
          </a:p>
        </p:txBody>
      </p:sp>
      <p:sp>
        <p:nvSpPr>
          <p:cNvPr id="14" name="Text Placeholder 7"/>
          <p:cNvSpPr>
            <a:spLocks noGrp="1"/>
          </p:cNvSpPr>
          <p:nvPr>
            <p:ph type="body" sz="quarter" idx="23"/>
          </p:nvPr>
        </p:nvSpPr>
        <p:spPr>
          <a:xfrm>
            <a:off x="468002" y="5982794"/>
            <a:ext cx="11252201" cy="316411"/>
          </a:xfrm>
        </p:spPr>
        <p:txBody>
          <a:bodyPr>
            <a:noAutofit/>
          </a:bodyPr>
          <a:lstStyle>
            <a:lvl1pPr>
              <a:spcAft>
                <a:spcPts val="0"/>
              </a:spcAft>
              <a:defRPr sz="900"/>
            </a:lvl1pPr>
          </a:lstStyle>
          <a:p>
            <a:pPr lvl="0"/>
            <a:r>
              <a:rPr lang="en-US" noProof="0"/>
              <a:t>Click to edit Master text styles</a:t>
            </a:r>
          </a:p>
        </p:txBody>
      </p:sp>
      <p:sp>
        <p:nvSpPr>
          <p:cNvPr id="16"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569971257"/>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2" y="1665289"/>
            <a:ext cx="4431857" cy="4633913"/>
          </a:xfrm>
          <a:prstGeom prst="rect">
            <a:avLst/>
          </a:prstGeom>
        </p:spPr>
        <p:txBody>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5"/>
            <a:ext cx="6240000" cy="4598989"/>
          </a:xfrm>
          <a:prstGeom prst="rect">
            <a:avLst/>
          </a:prstGeom>
        </p:spPr>
        <p:txBody>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153617250"/>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2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9" y="1626103"/>
            <a:ext cx="4266983" cy="4673101"/>
          </a:xfrm>
          <a:prstGeom prst="rect">
            <a:avLst/>
          </a:prstGeom>
        </p:spPr>
        <p:txBody>
          <a:bodyPr>
            <a:noAutofit/>
          </a:bodyPr>
          <a:lstStyle>
            <a:lvl1pPr>
              <a:tabLst>
                <a:tab pos="6705264" algn="r"/>
              </a:tabLst>
              <a:defRPr sz="2400">
                <a:solidFill>
                  <a:schemeClr val="accent3"/>
                </a:solidFill>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69901" y="1665288"/>
            <a:ext cx="6660867" cy="4633913"/>
          </a:xfrm>
          <a:prstGeom prst="rect">
            <a:avLst/>
          </a:prstGeom>
        </p:spPr>
        <p:txBody>
          <a:bodyPr>
            <a:noAutofit/>
          </a:bodyPr>
          <a:lstStyle>
            <a:lvl1pPr>
              <a:tabLst>
                <a:tab pos="6705264" algn="r"/>
              </a:tabLst>
              <a:defRPr/>
            </a:lvl1pPr>
            <a:lvl2pPr>
              <a:tabLst>
                <a:tab pos="6705264" algn="r"/>
              </a:tabLst>
              <a:defRPr/>
            </a:lvl2pPr>
            <a:lvl3pPr>
              <a:tabLst>
                <a:tab pos="6705264" algn="r"/>
              </a:tabLst>
              <a:defRPr/>
            </a:lvl3pPr>
            <a:lvl4pPr>
              <a:tabLst>
                <a:tab pos="6705264" algn="r"/>
              </a:tabLst>
              <a:defRPr/>
            </a:lvl4pPr>
            <a:lvl5pPr>
              <a:tabLst>
                <a:tab pos="6705264"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605419258"/>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3"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9"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89" indent="-235189">
              <a:spcAft>
                <a:spcPts val="0"/>
              </a:spcAft>
              <a:buFont typeface="Arial" panose="020B0604020202020204" pitchFamily="34" charset="0"/>
              <a:buChar char="•"/>
              <a:defRPr/>
            </a:lvl4pPr>
            <a:lvl5pPr marL="475176" indent="-235189">
              <a:spcAft>
                <a:spcPts val="0"/>
              </a:spcAft>
              <a:defRPr baseline="0"/>
            </a:lvl5pPr>
            <a:lvl6pPr marL="475176" indent="-235189">
              <a:spcAft>
                <a:spcPts val="0"/>
              </a:spcAft>
              <a:buFont typeface="Verdana" panose="020B0604030504040204" pitchFamily="34" charset="0"/>
              <a:buChar char="−"/>
              <a:defRPr/>
            </a:lvl6pPr>
            <a:lvl7pPr marL="475176" indent="-235189">
              <a:spcAft>
                <a:spcPts val="0"/>
              </a:spcAft>
              <a:defRPr/>
            </a:lvl7pPr>
            <a:lvl8pPr marL="475176" indent="-235189">
              <a:spcAft>
                <a:spcPts val="0"/>
              </a:spcAft>
              <a:defRPr/>
            </a:lvl8pPr>
            <a:lvl9pPr marL="475176" indent="-235189">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89" indent="-235189">
              <a:spcAft>
                <a:spcPts val="0"/>
              </a:spcAft>
              <a:buFont typeface="Arial" panose="020B0604020202020204" pitchFamily="34" charset="0"/>
              <a:buChar char="•"/>
              <a:defRPr/>
            </a:lvl4pPr>
            <a:lvl5pPr marL="475176" indent="-235189">
              <a:spcAft>
                <a:spcPts val="0"/>
              </a:spcAft>
              <a:defRPr baseline="0"/>
            </a:lvl5pPr>
            <a:lvl6pPr marL="475176" indent="-235189">
              <a:spcAft>
                <a:spcPts val="0"/>
              </a:spcAft>
              <a:buFont typeface="Verdana" panose="020B0604030504040204" pitchFamily="34" charset="0"/>
              <a:buChar char="−"/>
              <a:defRPr/>
            </a:lvl6pPr>
            <a:lvl7pPr marL="475176" indent="-235189">
              <a:spcAft>
                <a:spcPts val="0"/>
              </a:spcAft>
              <a:defRPr/>
            </a:lvl7pPr>
            <a:lvl8pPr marL="475176" indent="-235189">
              <a:spcAft>
                <a:spcPts val="0"/>
              </a:spcAft>
              <a:defRPr/>
            </a:lvl8pPr>
            <a:lvl9pPr marL="475176" indent="-235189">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89" indent="-235189">
              <a:spcAft>
                <a:spcPts val="0"/>
              </a:spcAft>
              <a:buFont typeface="Arial" panose="020B0604020202020204" pitchFamily="34" charset="0"/>
              <a:buChar char="•"/>
              <a:defRPr/>
            </a:lvl4pPr>
            <a:lvl5pPr marL="475176" indent="-235189">
              <a:spcAft>
                <a:spcPts val="0"/>
              </a:spcAft>
              <a:defRPr baseline="0"/>
            </a:lvl5pPr>
            <a:lvl6pPr marL="475176" indent="-235189">
              <a:spcAft>
                <a:spcPts val="0"/>
              </a:spcAft>
              <a:buFont typeface="Verdana" panose="020B0604030504040204" pitchFamily="34" charset="0"/>
              <a:buChar char="−"/>
              <a:defRPr/>
            </a:lvl6pPr>
            <a:lvl7pPr marL="475176" indent="-235189">
              <a:spcAft>
                <a:spcPts val="0"/>
              </a:spcAft>
              <a:defRPr/>
            </a:lvl7pPr>
            <a:lvl8pPr marL="475176" indent="-235189">
              <a:spcAft>
                <a:spcPts val="0"/>
              </a:spcAft>
              <a:defRPr/>
            </a:lvl8pPr>
            <a:lvl9pPr marL="475176" indent="-235189">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89" indent="-235189">
              <a:spcAft>
                <a:spcPts val="0"/>
              </a:spcAft>
              <a:buFont typeface="Arial" panose="020B0604020202020204" pitchFamily="34" charset="0"/>
              <a:buChar char="•"/>
              <a:defRPr/>
            </a:lvl4pPr>
            <a:lvl5pPr marL="475176" indent="-235189">
              <a:spcAft>
                <a:spcPts val="0"/>
              </a:spcAft>
              <a:defRPr baseline="0"/>
            </a:lvl5pPr>
            <a:lvl6pPr marL="475176" indent="-235189">
              <a:spcAft>
                <a:spcPts val="0"/>
              </a:spcAft>
              <a:buFont typeface="Verdana" panose="020B0604030504040204" pitchFamily="34" charset="0"/>
              <a:buChar char="−"/>
              <a:defRPr/>
            </a:lvl6pPr>
            <a:lvl7pPr marL="475176" indent="-235189">
              <a:spcAft>
                <a:spcPts val="0"/>
              </a:spcAft>
              <a:defRPr/>
            </a:lvl7pPr>
            <a:lvl8pPr marL="475176" indent="-235189">
              <a:spcAft>
                <a:spcPts val="0"/>
              </a:spcAft>
              <a:defRPr/>
            </a:lvl8pPr>
            <a:lvl9pPr marL="475176" indent="-235189">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048958352"/>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637683093"/>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69902" y="1700213"/>
            <a:ext cx="3627439" cy="2052830"/>
          </a:xfrm>
        </p:spPr>
        <p:txBody>
          <a:bodyPr/>
          <a:lstStyle/>
          <a:p>
            <a:r>
              <a:rPr lang="en-US" noProof="0"/>
              <a:t>Click icon to add picture</a:t>
            </a:r>
          </a:p>
        </p:txBody>
      </p:sp>
      <p:sp>
        <p:nvSpPr>
          <p:cNvPr id="5" name="Picture Placeholder 7"/>
          <p:cNvSpPr>
            <a:spLocks noGrp="1"/>
          </p:cNvSpPr>
          <p:nvPr>
            <p:ph type="pic" sz="quarter" idx="14"/>
          </p:nvPr>
        </p:nvSpPr>
        <p:spPr>
          <a:xfrm>
            <a:off x="8082786" y="1700217"/>
            <a:ext cx="3639316" cy="2059099"/>
          </a:xfrm>
        </p:spPr>
        <p:txBody>
          <a:bodyPr/>
          <a:lstStyle/>
          <a:p>
            <a:r>
              <a:rPr lang="en-US" noProof="0"/>
              <a:t>Click icon to add picture</a:t>
            </a:r>
          </a:p>
        </p:txBody>
      </p:sp>
      <p:sp>
        <p:nvSpPr>
          <p:cNvPr id="6" name="Picture Placeholder 7"/>
          <p:cNvSpPr>
            <a:spLocks noGrp="1"/>
          </p:cNvSpPr>
          <p:nvPr>
            <p:ph type="pic" sz="quarter" idx="15"/>
          </p:nvPr>
        </p:nvSpPr>
        <p:spPr>
          <a:xfrm>
            <a:off x="4284189" y="1700216"/>
            <a:ext cx="3636963" cy="2057767"/>
          </a:xfrm>
        </p:spPr>
        <p:txBody>
          <a:bodyPr/>
          <a:lstStyle/>
          <a:p>
            <a:r>
              <a:rPr lang="en-US" noProof="0"/>
              <a:t>Click icon to add picture</a:t>
            </a:r>
          </a:p>
        </p:txBody>
      </p:sp>
      <p:sp>
        <p:nvSpPr>
          <p:cNvPr id="9" name="Text Placeholder 18"/>
          <p:cNvSpPr>
            <a:spLocks noGrp="1"/>
          </p:cNvSpPr>
          <p:nvPr>
            <p:ph idx="1" hasCustomPrompt="1"/>
          </p:nvPr>
        </p:nvSpPr>
        <p:spPr>
          <a:xfrm>
            <a:off x="469902" y="3832225"/>
            <a:ext cx="3627439"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3"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6" y="3832228"/>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526380842"/>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90"/>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6"/>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3" y="1857896"/>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spcAft>
                <a:spcPts val="1333"/>
              </a:spcAft>
            </a:pPr>
            <a:endParaRPr lang="en-US" sz="1467">
              <a:solidFill>
                <a:prstClr val="white"/>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spcAft>
                <a:spcPts val="1333"/>
              </a:spcAft>
            </a:pPr>
            <a:endParaRPr lang="en-US" sz="1467">
              <a:solidFill>
                <a:prstClr val="white"/>
              </a:solidFill>
            </a:endParaRPr>
          </a:p>
        </p:txBody>
      </p:sp>
      <p:sp>
        <p:nvSpPr>
          <p:cNvPr id="19" name="Picture Placeholder 29"/>
          <p:cNvSpPr>
            <a:spLocks noGrp="1"/>
          </p:cNvSpPr>
          <p:nvPr>
            <p:ph type="pic" sz="quarter" idx="20" hasCustomPrompt="1"/>
          </p:nvPr>
        </p:nvSpPr>
        <p:spPr>
          <a:xfrm>
            <a:off x="10467638" y="1857896"/>
            <a:ext cx="1244161" cy="549275"/>
          </a:xfrm>
        </p:spPr>
        <p:txBody>
          <a:bodyPr/>
          <a:lstStyle>
            <a:lvl1pPr marL="0" marR="0" indent="0" algn="l" defTabSz="121914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20" name="Picture Placeholder 29"/>
          <p:cNvSpPr>
            <a:spLocks noGrp="1"/>
          </p:cNvSpPr>
          <p:nvPr>
            <p:ph type="pic" sz="quarter" idx="19" hasCustomPrompt="1"/>
          </p:nvPr>
        </p:nvSpPr>
        <p:spPr>
          <a:xfrm>
            <a:off x="4734796" y="1863921"/>
            <a:ext cx="1244907" cy="549275"/>
          </a:xfrm>
        </p:spPr>
        <p:txBody>
          <a:bodyPr/>
          <a:lstStyle>
            <a:lvl1pPr marL="0" marR="0" indent="0" algn="l" defTabSz="121914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Tree>
    <p:extLst>
      <p:ext uri="{BB962C8B-B14F-4D97-AF65-F5344CB8AC3E}">
        <p14:creationId xmlns:p14="http://schemas.microsoft.com/office/powerpoint/2010/main" val="1299253630"/>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6"/>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3" y="1857896"/>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7" name="Picture Placeholder 29"/>
          <p:cNvSpPr>
            <a:spLocks noGrp="1"/>
          </p:cNvSpPr>
          <p:nvPr>
            <p:ph type="pic" sz="quarter" idx="20" hasCustomPrompt="1"/>
          </p:nvPr>
        </p:nvSpPr>
        <p:spPr>
          <a:xfrm>
            <a:off x="10467638" y="1857896"/>
            <a:ext cx="1244161" cy="549275"/>
          </a:xfrm>
        </p:spPr>
        <p:txBody>
          <a:bodyPr>
            <a:noAutofit/>
          </a:bodyPr>
          <a:lstStyle>
            <a:lvl1pPr marL="0" marR="0" indent="0" algn="l" defTabSz="121914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0" name="Text Placeholder 8"/>
          <p:cNvSpPr>
            <a:spLocks noGrp="1"/>
          </p:cNvSpPr>
          <p:nvPr>
            <p:ph type="body" sz="quarter" idx="22"/>
          </p:nvPr>
        </p:nvSpPr>
        <p:spPr>
          <a:xfrm>
            <a:off x="469899" y="4249685"/>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5"/>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14" name="Picture Placeholder 29"/>
          <p:cNvSpPr>
            <a:spLocks noGrp="1"/>
          </p:cNvSpPr>
          <p:nvPr>
            <p:ph type="pic" sz="quarter" idx="24" hasCustomPrompt="1"/>
          </p:nvPr>
        </p:nvSpPr>
        <p:spPr>
          <a:xfrm>
            <a:off x="4700438" y="4249687"/>
            <a:ext cx="1274916" cy="549275"/>
          </a:xfrm>
        </p:spPr>
        <p:txBody>
          <a:bodyPr>
            <a:noAutofit/>
          </a:bodyPr>
          <a:lstStyle>
            <a:lvl1pPr marL="0" marR="0" indent="0" algn="l" defTabSz="121914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59036" y="4248213"/>
            <a:ext cx="1244160" cy="549275"/>
          </a:xfrm>
        </p:spPr>
        <p:txBody>
          <a:bodyPr>
            <a:noAutofit/>
          </a:bodyPr>
          <a:lstStyle>
            <a:lvl1pPr marL="0" marR="0" indent="0" algn="l" defTabSz="121914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7" name="Picture Placeholder 29"/>
          <p:cNvSpPr>
            <a:spLocks noGrp="1"/>
          </p:cNvSpPr>
          <p:nvPr>
            <p:ph type="pic" sz="quarter" idx="19" hasCustomPrompt="1"/>
          </p:nvPr>
        </p:nvSpPr>
        <p:spPr>
          <a:xfrm>
            <a:off x="4734796" y="1863921"/>
            <a:ext cx="1244907" cy="549275"/>
          </a:xfrm>
        </p:spPr>
        <p:txBody>
          <a:bodyPr>
            <a:noAutofit/>
          </a:bodyPr>
          <a:lstStyle>
            <a:lvl1pPr marL="0" marR="0" indent="0" algn="l" defTabSz="121914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8"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105484471"/>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5" name="Rectangle 4"/>
          <p:cNvSpPr/>
          <p:nvPr userDrawn="1"/>
        </p:nvSpPr>
        <p:spPr>
          <a:xfrm>
            <a:off x="469902" y="1705968"/>
            <a:ext cx="3627439"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7" name="Text Placeholder 8"/>
          <p:cNvSpPr>
            <a:spLocks noGrp="1"/>
          </p:cNvSpPr>
          <p:nvPr>
            <p:ph type="body" sz="quarter" idx="17"/>
          </p:nvPr>
        </p:nvSpPr>
        <p:spPr>
          <a:xfrm>
            <a:off x="4278313" y="1851441"/>
            <a:ext cx="3636963"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2" y="1851441"/>
            <a:ext cx="3627439"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8" y="1851441"/>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23179461"/>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89" indent="-235189">
              <a:spcAft>
                <a:spcPts val="1333"/>
              </a:spcAft>
              <a:buFont typeface="Arial" panose="020B0604020202020204" pitchFamily="34" charset="0"/>
              <a:buChar char="•"/>
              <a:defRPr/>
            </a:lvl4pPr>
            <a:lvl5pPr marL="475176" indent="-235189">
              <a:spcAft>
                <a:spcPts val="1333"/>
              </a:spcAft>
              <a:defRPr baseline="0"/>
            </a:lvl5pPr>
            <a:lvl6pPr marL="475176" indent="-235189">
              <a:spcAft>
                <a:spcPts val="1333"/>
              </a:spcAft>
              <a:buFont typeface="Verdana" panose="020B0604030504040204" pitchFamily="34" charset="0"/>
              <a:buChar char="−"/>
              <a:defRPr/>
            </a:lvl6pPr>
            <a:lvl7pPr marL="475176" indent="-235189">
              <a:spcAft>
                <a:spcPts val="1333"/>
              </a:spcAft>
              <a:defRPr/>
            </a:lvl7pPr>
            <a:lvl8pPr marL="475176" indent="-235189">
              <a:spcAft>
                <a:spcPts val="1333"/>
              </a:spcAft>
              <a:defRPr/>
            </a:lvl8pPr>
            <a:lvl9pPr marL="475176" indent="-235189">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9147482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9" indent="-235189">
              <a:spcAft>
                <a:spcPts val="1333"/>
              </a:spcAft>
              <a:buFont typeface="Arial" panose="020B0604020202020204" pitchFamily="34" charset="0"/>
              <a:buChar char="•"/>
              <a:defRPr>
                <a:solidFill>
                  <a:schemeClr val="bg1"/>
                </a:solidFill>
              </a:defRPr>
            </a:lvl4pPr>
            <a:lvl5pPr marL="475176" indent="-235189">
              <a:spcAft>
                <a:spcPts val="1333"/>
              </a:spcAft>
              <a:defRPr baseline="0">
                <a:solidFill>
                  <a:schemeClr val="bg1"/>
                </a:solidFill>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9" indent="-235189">
              <a:spcAft>
                <a:spcPts val="1333"/>
              </a:spcAft>
              <a:buFont typeface="Arial" panose="020B0604020202020204" pitchFamily="34" charset="0"/>
              <a:buChar char="•"/>
              <a:defRPr>
                <a:solidFill>
                  <a:schemeClr val="bg1"/>
                </a:solidFill>
              </a:defRPr>
            </a:lvl4pPr>
            <a:lvl5pPr marL="475176" indent="-235189">
              <a:spcAft>
                <a:spcPts val="1333"/>
              </a:spcAft>
              <a:defRPr baseline="0">
                <a:solidFill>
                  <a:schemeClr val="bg1"/>
                </a:solidFill>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9" indent="-235189">
              <a:spcAft>
                <a:spcPts val="1333"/>
              </a:spcAft>
              <a:buFont typeface="Arial" panose="020B0604020202020204" pitchFamily="34" charset="0"/>
              <a:buChar char="•"/>
              <a:defRPr>
                <a:solidFill>
                  <a:schemeClr val="bg1"/>
                </a:solidFill>
              </a:defRPr>
            </a:lvl4pPr>
            <a:lvl5pPr marL="475176" indent="-235189">
              <a:spcAft>
                <a:spcPts val="1333"/>
              </a:spcAft>
              <a:defRPr baseline="0">
                <a:solidFill>
                  <a:schemeClr val="bg1"/>
                </a:solidFill>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89" indent="-235189">
              <a:spcAft>
                <a:spcPts val="1333"/>
              </a:spcAft>
              <a:buFont typeface="Arial" panose="020B0604020202020204" pitchFamily="34" charset="0"/>
              <a:buChar char="•"/>
              <a:defRPr>
                <a:solidFill>
                  <a:schemeClr val="bg1"/>
                </a:solidFill>
              </a:defRPr>
            </a:lvl4pPr>
            <a:lvl5pPr marL="475176" indent="-235189">
              <a:spcAft>
                <a:spcPts val="1333"/>
              </a:spcAft>
              <a:defRPr baseline="0">
                <a:solidFill>
                  <a:schemeClr val="bg1"/>
                </a:solidFill>
              </a:defRPr>
            </a:lvl5pPr>
            <a:lvl6pPr marL="475176" indent="-235189">
              <a:spcAft>
                <a:spcPts val="1333"/>
              </a:spcAft>
              <a:buFont typeface="Verdana" panose="020B0604030504040204" pitchFamily="34" charset="0"/>
              <a:buChar char="−"/>
              <a:defRPr>
                <a:solidFill>
                  <a:schemeClr val="bg1"/>
                </a:solidFill>
              </a:defRPr>
            </a:lvl6pPr>
            <a:lvl7pPr marL="475176" indent="-235189">
              <a:spcAft>
                <a:spcPts val="1333"/>
              </a:spcAft>
              <a:defRPr>
                <a:solidFill>
                  <a:schemeClr val="bg1"/>
                </a:solidFill>
              </a:defRPr>
            </a:lvl7pPr>
            <a:lvl8pPr marL="475176" indent="-235189">
              <a:spcAft>
                <a:spcPts val="1333"/>
              </a:spcAft>
              <a:defRPr>
                <a:solidFill>
                  <a:schemeClr val="bg1"/>
                </a:solidFill>
              </a:defRPr>
            </a:lvl8pPr>
            <a:lvl9pPr marL="475176" indent="-235189">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4" y="6477005"/>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14" name="TextBox 13"/>
          <p:cNvSpPr txBox="1"/>
          <p:nvPr userDrawn="1"/>
        </p:nvSpPr>
        <p:spPr>
          <a:xfrm>
            <a:off x="501655"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15" name="TextBox 14"/>
          <p:cNvSpPr txBox="1"/>
          <p:nvPr userDrawn="1"/>
        </p:nvSpPr>
        <p:spPr>
          <a:xfrm>
            <a:off x="11382381" y="6477002"/>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
        <p:nvSpPr>
          <p:cNvPr id="16" name="Text Placeholder 8"/>
          <p:cNvSpPr>
            <a:spLocks noGrp="1"/>
          </p:cNvSpPr>
          <p:nvPr>
            <p:ph type="body" sz="quarter" idx="13" hasCustomPrompt="1"/>
          </p:nvPr>
        </p:nvSpPr>
        <p:spPr>
          <a:xfrm>
            <a:off x="469900" y="736692"/>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662762148"/>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90"/>
            <a:ext cx="1124712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78702888"/>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0142711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87455575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2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342503295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2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360050986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20" name="TextBox 19"/>
          <p:cNvSpPr txBox="1"/>
          <p:nvPr userDrawn="1"/>
        </p:nvSpPr>
        <p:spPr>
          <a:xfrm>
            <a:off x="5825067" y="6477004"/>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21" name="TextBox 20"/>
          <p:cNvSpPr txBox="1"/>
          <p:nvPr userDrawn="1"/>
        </p:nvSpPr>
        <p:spPr>
          <a:xfrm>
            <a:off x="469903"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22" name="TextBox 21"/>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298867570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6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7" name="TextBox 6"/>
          <p:cNvSpPr txBox="1"/>
          <p:nvPr userDrawn="1"/>
        </p:nvSpPr>
        <p:spPr>
          <a:xfrm>
            <a:off x="5825067" y="6477004"/>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8" name="TextBox 7"/>
          <p:cNvSpPr txBox="1"/>
          <p:nvPr userDrawn="1"/>
        </p:nvSpPr>
        <p:spPr>
          <a:xfrm>
            <a:off x="469903"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9" name="TextBox 8"/>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150540220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3_Title &amp; 1 column text">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487680" y="1611314"/>
            <a:ext cx="11216640" cy="47342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65629872"/>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userDrawn="1">
  <p:cSld name="1_Divider Medium Blue">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bwMode="black">
          <a:xfrm>
            <a:off x="486833" y="1782208"/>
            <a:ext cx="10972800" cy="1143000"/>
          </a:xfrm>
        </p:spPr>
        <p:txBody>
          <a:bodyPr lIns="0" tIns="0" rIns="0" bIns="0"/>
          <a:lstStyle>
            <a:lvl1pPr>
              <a:defRPr sz="8000">
                <a:solidFill>
                  <a:schemeClr val="bg1"/>
                </a:solidFill>
              </a:defRPr>
            </a:lvl1pPr>
            <a:lvl2pPr>
              <a:defRPr sz="8000">
                <a:solidFill>
                  <a:schemeClr val="bg2"/>
                </a:solidFill>
              </a:defRPr>
            </a:lvl2pPr>
            <a:lvl3pPr>
              <a:defRPr sz="8000">
                <a:solidFill>
                  <a:schemeClr val="bg2"/>
                </a:solidFill>
              </a:defRPr>
            </a:lvl3pPr>
            <a:lvl4pPr>
              <a:defRPr sz="8000">
                <a:solidFill>
                  <a:schemeClr val="bg2"/>
                </a:solidFill>
              </a:defRPr>
            </a:lvl4pPr>
            <a:lvl5pPr>
              <a:defRPr sz="8000">
                <a:solidFill>
                  <a:schemeClr val="bg2"/>
                </a:solidFill>
              </a:defRPr>
            </a:lvl5pPr>
          </a:lstStyle>
          <a:p>
            <a:pPr lvl="0"/>
            <a:r>
              <a:rPr lang="en-US"/>
              <a:t>Click to edit divider text</a:t>
            </a:r>
          </a:p>
        </p:txBody>
      </p:sp>
    </p:spTree>
    <p:extLst>
      <p:ext uri="{BB962C8B-B14F-4D97-AF65-F5344CB8AC3E}">
        <p14:creationId xmlns:p14="http://schemas.microsoft.com/office/powerpoint/2010/main" val="3980681311"/>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userDrawn="1">
  <p:cSld name="Divider Medium Blue">
    <p:bg>
      <p:bgPr>
        <a:solidFill>
          <a:schemeClr val="accent3"/>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bwMode="black">
          <a:xfrm>
            <a:off x="486833" y="1782208"/>
            <a:ext cx="10972800" cy="1143000"/>
          </a:xfrm>
        </p:spPr>
        <p:txBody>
          <a:bodyPr lIns="0" tIns="0" rIns="0" bIns="0"/>
          <a:lstStyle>
            <a:lvl1pPr>
              <a:defRPr sz="8000">
                <a:solidFill>
                  <a:schemeClr val="bg1"/>
                </a:solidFill>
              </a:defRPr>
            </a:lvl1pPr>
            <a:lvl2pPr>
              <a:defRPr sz="8000">
                <a:solidFill>
                  <a:schemeClr val="bg2"/>
                </a:solidFill>
              </a:defRPr>
            </a:lvl2pPr>
            <a:lvl3pPr>
              <a:defRPr sz="8000">
                <a:solidFill>
                  <a:schemeClr val="bg2"/>
                </a:solidFill>
              </a:defRPr>
            </a:lvl3pPr>
            <a:lvl4pPr>
              <a:defRPr sz="8000">
                <a:solidFill>
                  <a:schemeClr val="bg2"/>
                </a:solidFill>
              </a:defRPr>
            </a:lvl4pPr>
            <a:lvl5pPr>
              <a:defRPr sz="8000">
                <a:solidFill>
                  <a:schemeClr val="bg2"/>
                </a:solidFill>
              </a:defRPr>
            </a:lvl5pPr>
          </a:lstStyle>
          <a:p>
            <a:pPr lvl="0"/>
            <a:r>
              <a:rPr lang="en-US"/>
              <a:t>Click to edit divider text</a:t>
            </a:r>
          </a:p>
        </p:txBody>
      </p:sp>
    </p:spTree>
    <p:extLst>
      <p:ext uri="{BB962C8B-B14F-4D97-AF65-F5344CB8AC3E}">
        <p14:creationId xmlns:p14="http://schemas.microsoft.com/office/powerpoint/2010/main" val="3778868670"/>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userDrawn="1">
  <p:cSld name="Divider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bwMode="black">
          <a:xfrm>
            <a:off x="486833" y="1782208"/>
            <a:ext cx="10972800" cy="1143000"/>
          </a:xfrm>
        </p:spPr>
        <p:txBody>
          <a:bodyPr/>
          <a:lstStyle>
            <a:lvl1pPr>
              <a:defRPr sz="8000">
                <a:solidFill>
                  <a:schemeClr val="bg1"/>
                </a:solidFill>
              </a:defRPr>
            </a:lvl1pPr>
            <a:lvl2pPr>
              <a:defRPr sz="8000">
                <a:solidFill>
                  <a:schemeClr val="bg2"/>
                </a:solidFill>
              </a:defRPr>
            </a:lvl2pPr>
            <a:lvl3pPr>
              <a:defRPr sz="8000">
                <a:solidFill>
                  <a:schemeClr val="bg2"/>
                </a:solidFill>
              </a:defRPr>
            </a:lvl3pPr>
            <a:lvl4pPr>
              <a:defRPr sz="8000">
                <a:solidFill>
                  <a:schemeClr val="bg2"/>
                </a:solidFill>
              </a:defRPr>
            </a:lvl4pPr>
            <a:lvl5pPr>
              <a:defRPr sz="8000">
                <a:solidFill>
                  <a:schemeClr val="bg2"/>
                </a:solidFill>
              </a:defRPr>
            </a:lvl5pPr>
          </a:lstStyle>
          <a:p>
            <a:pPr lvl="0"/>
            <a:r>
              <a:rPr lang="en-US"/>
              <a:t>Click to edit divider text</a:t>
            </a:r>
          </a:p>
        </p:txBody>
      </p:sp>
    </p:spTree>
    <p:extLst>
      <p:ext uri="{BB962C8B-B14F-4D97-AF65-F5344CB8AC3E}">
        <p14:creationId xmlns:p14="http://schemas.microsoft.com/office/powerpoint/2010/main" val="3955029656"/>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6_Title &amp; 1 column text">
    <p:bg>
      <p:bgPr>
        <a:solidFill>
          <a:schemeClr val="tx2"/>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487680" y="1611314"/>
            <a:ext cx="11216640" cy="473429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58134008"/>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2680757"/>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4_Title Only">
    <p:bg>
      <p:bgPr>
        <a:solidFill>
          <a:schemeClr val="tx2"/>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01195545"/>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3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87680" y="782623"/>
            <a:ext cx="11216640" cy="757255"/>
          </a:xfrm>
        </p:spPr>
        <p:txBody>
          <a:bodyPr>
            <a:noAutofit/>
          </a:bodyPr>
          <a:lstStyle>
            <a:lvl1pPr marL="0" indent="0">
              <a:buNone/>
              <a:defRPr sz="2667" b="0">
                <a:solidFill>
                  <a:srgbClr val="575757"/>
                </a:solidFill>
              </a:defRPr>
            </a:lvl1pPr>
          </a:lstStyle>
          <a:p>
            <a:pPr lvl="0"/>
            <a:r>
              <a:rPr lang="en-US"/>
              <a:t>Click to add subtitle</a:t>
            </a:r>
          </a:p>
        </p:txBody>
      </p:sp>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3" name="Text Placeholder 2"/>
          <p:cNvSpPr>
            <a:spLocks noGrp="1"/>
          </p:cNvSpPr>
          <p:nvPr>
            <p:ph type="body" sz="quarter" idx="14"/>
          </p:nvPr>
        </p:nvSpPr>
        <p:spPr>
          <a:xfrm>
            <a:off x="487680" y="1611314"/>
            <a:ext cx="11216640" cy="4734292"/>
          </a:xfrm>
        </p:spPr>
        <p:txBody>
          <a:bodyPr/>
          <a:lstStyle>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9286445"/>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4_Title, subtitle &amp; 1 column text">
    <p:bg>
      <p:bgPr>
        <a:solidFill>
          <a:schemeClr val="tx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bwMode="invGray">
          <a:xfrm>
            <a:off x="487680" y="782623"/>
            <a:ext cx="11216640" cy="757255"/>
          </a:xfrm>
        </p:spPr>
        <p:txBody>
          <a:bodyPr>
            <a:noAutofit/>
          </a:bodyPr>
          <a:lstStyle>
            <a:lvl1pPr marL="0" indent="0">
              <a:buNone/>
              <a:defRPr sz="2667" b="0">
                <a:solidFill>
                  <a:schemeClr val="bg2">
                    <a:lumMod val="20000"/>
                    <a:lumOff val="80000"/>
                  </a:schemeClr>
                </a:solidFill>
              </a:defRPr>
            </a:lvl1pPr>
          </a:lstStyle>
          <a:p>
            <a:pPr lvl="0"/>
            <a:r>
              <a:rPr lang="en-US"/>
              <a:t>Click to add subtitle</a:t>
            </a:r>
          </a:p>
        </p:txBody>
      </p:sp>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3" name="Text Placeholder 2"/>
          <p:cNvSpPr>
            <a:spLocks noGrp="1"/>
          </p:cNvSpPr>
          <p:nvPr>
            <p:ph type="body" sz="quarter" idx="14"/>
          </p:nvPr>
        </p:nvSpPr>
        <p:spPr>
          <a:xfrm>
            <a:off x="487680" y="1611314"/>
            <a:ext cx="11216640" cy="473429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3483405"/>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5_Title &amp; subtitle">
    <p:bg>
      <p:bgPr>
        <a:solidFill>
          <a:schemeClr val="tx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bwMode="invGray">
          <a:xfrm>
            <a:off x="487680" y="782623"/>
            <a:ext cx="11216640" cy="757255"/>
          </a:xfrm>
        </p:spPr>
        <p:txBody>
          <a:bodyPr>
            <a:noAutofit/>
          </a:bodyPr>
          <a:lstStyle>
            <a:lvl1pPr marL="0" indent="0">
              <a:buNone/>
              <a:defRPr sz="2667" b="0">
                <a:solidFill>
                  <a:schemeClr val="bg2">
                    <a:lumMod val="20000"/>
                    <a:lumOff val="80000"/>
                  </a:schemeClr>
                </a:solidFill>
              </a:defRPr>
            </a:lvl1pPr>
          </a:lstStyle>
          <a:p>
            <a:pPr lvl="0"/>
            <a:r>
              <a:rPr lang="en-US"/>
              <a:t>Click to add subtitle</a:t>
            </a:r>
          </a:p>
        </p:txBody>
      </p:sp>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700285158"/>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487680" y="295683"/>
            <a:ext cx="7193280" cy="1243584"/>
          </a:xfrm>
          <a:prstGeom prst="rect">
            <a:avLst/>
          </a:prstGeom>
        </p:spPr>
        <p:txBody>
          <a:bodyPr vert="horz" lIns="0" tIns="0" rIns="0" bIns="0" rtlCol="0" anchor="t" anchorCtr="0">
            <a:noAutofit/>
          </a:bodyPr>
          <a:lstStyle/>
          <a:p>
            <a:r>
              <a:rPr lang="en-US"/>
              <a:t>Click to edit Master title style</a:t>
            </a:r>
          </a:p>
        </p:txBody>
      </p:sp>
      <p:sp>
        <p:nvSpPr>
          <p:cNvPr id="4" name="Content Placeholder 3"/>
          <p:cNvSpPr>
            <a:spLocks noGrp="1"/>
          </p:cNvSpPr>
          <p:nvPr>
            <p:ph sz="quarter" idx="10"/>
          </p:nvPr>
        </p:nvSpPr>
        <p:spPr>
          <a:xfrm>
            <a:off x="487680" y="1611314"/>
            <a:ext cx="7193280" cy="4735487"/>
          </a:xfr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7801807"/>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ubtitle &amp; 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9" name="Text Placeholder 8"/>
          <p:cNvSpPr>
            <a:spLocks noGrp="1"/>
          </p:cNvSpPr>
          <p:nvPr>
            <p:ph type="body" sz="quarter" idx="13" hasCustomPrompt="1"/>
          </p:nvPr>
        </p:nvSpPr>
        <p:spPr>
          <a:xfrm>
            <a:off x="487680" y="782623"/>
            <a:ext cx="11216640" cy="757255"/>
          </a:xfrm>
        </p:spPr>
        <p:txBody>
          <a:bodyPr>
            <a:noAutofit/>
          </a:bodyPr>
          <a:lstStyle>
            <a:lvl1pPr marL="0" indent="0">
              <a:buNone/>
              <a:defRPr sz="2667" b="0">
                <a:solidFill>
                  <a:srgbClr val="575757"/>
                </a:solidFill>
              </a:defRPr>
            </a:lvl1pPr>
          </a:lstStyle>
          <a:p>
            <a:pPr lvl="0"/>
            <a:r>
              <a:rPr lang="en-US"/>
              <a:t>Click to add subtitle</a:t>
            </a:r>
          </a:p>
        </p:txBody>
      </p:sp>
      <p:sp>
        <p:nvSpPr>
          <p:cNvPr id="3" name="Content Placeholder 2"/>
          <p:cNvSpPr>
            <a:spLocks noGrp="1"/>
          </p:cNvSpPr>
          <p:nvPr>
            <p:ph sz="quarter" idx="16"/>
          </p:nvPr>
        </p:nvSpPr>
        <p:spPr>
          <a:xfrm>
            <a:off x="487680" y="1611314"/>
            <a:ext cx="5486400" cy="4735487"/>
          </a:xfrm>
        </p:spPr>
        <p:txBody>
          <a:bodyPr/>
          <a:lstStyle>
            <a:lvl4pPr>
              <a:defRPr/>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p:cNvSpPr>
            <a:spLocks noGrp="1"/>
          </p:cNvSpPr>
          <p:nvPr>
            <p:ph sz="quarter" idx="17"/>
          </p:nvPr>
        </p:nvSpPr>
        <p:spPr>
          <a:xfrm>
            <a:off x="6217920" y="1611314"/>
            <a:ext cx="5486400" cy="4735487"/>
          </a:xfrm>
        </p:spPr>
        <p:txBody>
          <a:bodyPr/>
          <a:lstStyle>
            <a:lvl4pPr>
              <a:defRPr/>
            </a:lvl4pPr>
            <a:lvl5pPr>
              <a:defRPr baseline="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2026311"/>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Title, subtitle &amp; 2 columns of text">
    <p:bg>
      <p:bgPr>
        <a:solidFill>
          <a:schemeClr val="tx2"/>
        </a:solidFill>
        <a:effectLst/>
      </p:bgPr>
    </p:bg>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9" name="Text Placeholder 8"/>
          <p:cNvSpPr>
            <a:spLocks noGrp="1"/>
          </p:cNvSpPr>
          <p:nvPr>
            <p:ph type="body" sz="quarter" idx="13" hasCustomPrompt="1"/>
          </p:nvPr>
        </p:nvSpPr>
        <p:spPr bwMode="invGray">
          <a:xfrm>
            <a:off x="487680" y="782623"/>
            <a:ext cx="11216640" cy="757255"/>
          </a:xfrm>
        </p:spPr>
        <p:txBody>
          <a:bodyPr>
            <a:noAutofit/>
          </a:bodyPr>
          <a:lstStyle>
            <a:lvl1pPr marL="0" indent="0">
              <a:buNone/>
              <a:defRPr sz="2667" b="0">
                <a:solidFill>
                  <a:schemeClr val="bg2">
                    <a:lumMod val="20000"/>
                    <a:lumOff val="80000"/>
                  </a:schemeClr>
                </a:solidFill>
              </a:defRPr>
            </a:lvl1pPr>
          </a:lstStyle>
          <a:p>
            <a:pPr lvl="0"/>
            <a:r>
              <a:rPr lang="en-US"/>
              <a:t>Click to add subtitle</a:t>
            </a:r>
          </a:p>
        </p:txBody>
      </p:sp>
      <p:sp>
        <p:nvSpPr>
          <p:cNvPr id="3" name="Content Placeholder 2"/>
          <p:cNvSpPr>
            <a:spLocks noGrp="1"/>
          </p:cNvSpPr>
          <p:nvPr>
            <p:ph sz="quarter" idx="16"/>
          </p:nvPr>
        </p:nvSpPr>
        <p:spPr>
          <a:xfrm>
            <a:off x="487680" y="1611314"/>
            <a:ext cx="5486400" cy="47354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aseline="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p:cNvSpPr>
            <a:spLocks noGrp="1"/>
          </p:cNvSpPr>
          <p:nvPr>
            <p:ph sz="quarter" idx="17"/>
          </p:nvPr>
        </p:nvSpPr>
        <p:spPr>
          <a:xfrm>
            <a:off x="6217920" y="1611314"/>
            <a:ext cx="5486400" cy="473548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baseline="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861218"/>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image">
    <p:spTree>
      <p:nvGrpSpPr>
        <p:cNvPr id="1" name=""/>
        <p:cNvGrpSpPr/>
        <p:nvPr/>
      </p:nvGrpSpPr>
      <p:grpSpPr>
        <a:xfrm>
          <a:off x="0" y="0"/>
          <a:ext cx="0" cy="0"/>
          <a:chOff x="0" y="0"/>
          <a:chExt cx="0" cy="0"/>
        </a:xfrm>
      </p:grpSpPr>
      <p:sp>
        <p:nvSpPr>
          <p:cNvPr id="16" name="Title Placeholder 1"/>
          <p:cNvSpPr>
            <a:spLocks noGrp="1"/>
          </p:cNvSpPr>
          <p:nvPr>
            <p:ph type="title" hasCustomPrompt="1"/>
          </p:nvPr>
        </p:nvSpPr>
        <p:spPr>
          <a:xfrm>
            <a:off x="487680" y="295683"/>
            <a:ext cx="5486400"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17" name="Text Placeholder 8"/>
          <p:cNvSpPr>
            <a:spLocks noGrp="1"/>
          </p:cNvSpPr>
          <p:nvPr>
            <p:ph type="body" sz="quarter" idx="13" hasCustomPrompt="1"/>
          </p:nvPr>
        </p:nvSpPr>
        <p:spPr>
          <a:xfrm>
            <a:off x="487680" y="782623"/>
            <a:ext cx="5486400" cy="757255"/>
          </a:xfrm>
        </p:spPr>
        <p:txBody>
          <a:bodyPr>
            <a:noAutofit/>
          </a:bodyPr>
          <a:lstStyle>
            <a:lvl1pPr marL="0" indent="0">
              <a:buNone/>
              <a:defRPr sz="2667" b="0">
                <a:solidFill>
                  <a:srgbClr val="575757"/>
                </a:solidFill>
              </a:defRPr>
            </a:lvl1pPr>
          </a:lstStyle>
          <a:p>
            <a:pPr lvl="0"/>
            <a:r>
              <a:rPr lang="en-US"/>
              <a:t>Click to add subtitle</a:t>
            </a:r>
          </a:p>
        </p:txBody>
      </p:sp>
      <p:sp>
        <p:nvSpPr>
          <p:cNvPr id="4" name="Text Placeholder 3"/>
          <p:cNvSpPr>
            <a:spLocks noGrp="1"/>
          </p:cNvSpPr>
          <p:nvPr>
            <p:ph type="body" sz="quarter" idx="14"/>
          </p:nvPr>
        </p:nvSpPr>
        <p:spPr>
          <a:xfrm>
            <a:off x="487680" y="1611314"/>
            <a:ext cx="5486400" cy="4733788"/>
          </a:xfrm>
        </p:spPr>
        <p:txBody>
          <a:bodyPr/>
          <a:lstStyle>
            <a:lvl4pPr>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69052642"/>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4_Title, subtitle, 1 column text with charts">
    <p:spTree>
      <p:nvGrpSpPr>
        <p:cNvPr id="1" name=""/>
        <p:cNvGrpSpPr/>
        <p:nvPr/>
      </p:nvGrpSpPr>
      <p:grpSpPr>
        <a:xfrm>
          <a:off x="0" y="0"/>
          <a:ext cx="0" cy="0"/>
          <a:chOff x="0" y="0"/>
          <a:chExt cx="0" cy="0"/>
        </a:xfrm>
      </p:grpSpPr>
      <p:sp>
        <p:nvSpPr>
          <p:cNvPr id="16"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
        <p:nvSpPr>
          <p:cNvPr id="17" name="Text Placeholder 8"/>
          <p:cNvSpPr>
            <a:spLocks noGrp="1"/>
          </p:cNvSpPr>
          <p:nvPr>
            <p:ph type="body" sz="quarter" idx="13" hasCustomPrompt="1"/>
          </p:nvPr>
        </p:nvSpPr>
        <p:spPr>
          <a:xfrm>
            <a:off x="487680" y="782620"/>
            <a:ext cx="11216640" cy="766749"/>
          </a:xfrm>
        </p:spPr>
        <p:txBody>
          <a:bodyPr>
            <a:noAutofit/>
          </a:bodyPr>
          <a:lstStyle>
            <a:lvl1pPr marL="0" indent="0">
              <a:buNone/>
              <a:defRPr sz="2667" b="0">
                <a:solidFill>
                  <a:srgbClr val="575757"/>
                </a:solidFill>
              </a:defRPr>
            </a:lvl1pPr>
          </a:lstStyle>
          <a:p>
            <a:pPr lvl="0"/>
            <a:r>
              <a:rPr lang="en-US"/>
              <a:t>Click to add subtitle</a:t>
            </a:r>
          </a:p>
        </p:txBody>
      </p:sp>
      <p:sp>
        <p:nvSpPr>
          <p:cNvPr id="4" name="Text Placeholder 3"/>
          <p:cNvSpPr>
            <a:spLocks noGrp="1"/>
          </p:cNvSpPr>
          <p:nvPr>
            <p:ph type="body" sz="quarter" idx="14"/>
          </p:nvPr>
        </p:nvSpPr>
        <p:spPr>
          <a:xfrm>
            <a:off x="487680" y="1611314"/>
            <a:ext cx="5486400" cy="4733788"/>
          </a:xfrm>
        </p:spPr>
        <p:txBody>
          <a:bodyPr/>
          <a:lstStyle>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2861136"/>
      </p:ext>
    </p:extLst>
  </p:cSld>
  <p:clrMapOvr>
    <a:masterClrMapping/>
  </p:clrMapOvr>
  <p:transition>
    <p:fade/>
  </p:transition>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3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4815440"/>
      </p:ext>
    </p:extLst>
  </p:cSld>
  <p:clrMapOvr>
    <a:masterClrMapping/>
  </p:clrMapOvr>
  <p:transition>
    <p:fade/>
  </p:transition>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Divider Dark Blue">
    <p:bg>
      <p:bgPr>
        <a:solidFill>
          <a:schemeClr val="accent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bwMode="black">
          <a:xfrm>
            <a:off x="486833" y="1782208"/>
            <a:ext cx="10972800" cy="1143000"/>
          </a:xfrm>
        </p:spPr>
        <p:txBody>
          <a:bodyPr/>
          <a:lstStyle>
            <a:lvl1pPr>
              <a:defRPr sz="8000">
                <a:solidFill>
                  <a:schemeClr val="bg1"/>
                </a:solidFill>
              </a:defRPr>
            </a:lvl1pPr>
            <a:lvl2pPr>
              <a:defRPr sz="8000">
                <a:solidFill>
                  <a:schemeClr val="bg2"/>
                </a:solidFill>
              </a:defRPr>
            </a:lvl2pPr>
            <a:lvl3pPr>
              <a:defRPr sz="8000">
                <a:solidFill>
                  <a:schemeClr val="bg2"/>
                </a:solidFill>
              </a:defRPr>
            </a:lvl3pPr>
            <a:lvl4pPr>
              <a:defRPr sz="8000">
                <a:solidFill>
                  <a:schemeClr val="bg2"/>
                </a:solidFill>
              </a:defRPr>
            </a:lvl4pPr>
            <a:lvl5pPr>
              <a:defRPr sz="8000">
                <a:solidFill>
                  <a:schemeClr val="bg2"/>
                </a:solidFill>
              </a:defRPr>
            </a:lvl5pPr>
          </a:lstStyle>
          <a:p>
            <a:pPr lvl="0"/>
            <a:r>
              <a:rPr lang="en-US"/>
              <a:t>Click to edit divider text</a:t>
            </a:r>
          </a:p>
        </p:txBody>
      </p:sp>
    </p:spTree>
    <p:extLst>
      <p:ext uri="{BB962C8B-B14F-4D97-AF65-F5344CB8AC3E}">
        <p14:creationId xmlns:p14="http://schemas.microsoft.com/office/powerpoint/2010/main" val="3854419669"/>
      </p:ext>
    </p:extLst>
  </p:cSld>
  <p:clrMapOvr>
    <a:masterClrMapping/>
  </p:clrMapOvr>
  <p:transition>
    <p:fade/>
  </p:transition>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2_Divider Medium Blue">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bwMode="black">
          <a:xfrm>
            <a:off x="486833" y="1782208"/>
            <a:ext cx="10972800" cy="1143000"/>
          </a:xfrm>
        </p:spPr>
        <p:txBody>
          <a:bodyPr lIns="0" tIns="0" rIns="0" bIns="0"/>
          <a:lstStyle>
            <a:lvl1pPr>
              <a:defRPr sz="8000">
                <a:solidFill>
                  <a:schemeClr val="bg1"/>
                </a:solidFill>
              </a:defRPr>
            </a:lvl1pPr>
            <a:lvl2pPr>
              <a:defRPr sz="8000">
                <a:solidFill>
                  <a:schemeClr val="bg2"/>
                </a:solidFill>
              </a:defRPr>
            </a:lvl2pPr>
            <a:lvl3pPr>
              <a:defRPr sz="8000">
                <a:solidFill>
                  <a:schemeClr val="bg2"/>
                </a:solidFill>
              </a:defRPr>
            </a:lvl3pPr>
            <a:lvl4pPr>
              <a:defRPr sz="8000">
                <a:solidFill>
                  <a:schemeClr val="bg2"/>
                </a:solidFill>
              </a:defRPr>
            </a:lvl4pPr>
            <a:lvl5pPr>
              <a:defRPr sz="8000">
                <a:solidFill>
                  <a:schemeClr val="bg2"/>
                </a:solidFill>
              </a:defRPr>
            </a:lvl5pPr>
          </a:lstStyle>
          <a:p>
            <a:pPr lvl="0"/>
            <a:r>
              <a:rPr lang="en-US"/>
              <a:t>Click to edit divider text</a:t>
            </a:r>
          </a:p>
        </p:txBody>
      </p:sp>
    </p:spTree>
    <p:extLst>
      <p:ext uri="{BB962C8B-B14F-4D97-AF65-F5344CB8AC3E}">
        <p14:creationId xmlns:p14="http://schemas.microsoft.com/office/powerpoint/2010/main" val="755194253"/>
      </p:ext>
    </p:extLst>
  </p:cSld>
  <p:clrMapOvr>
    <a:masterClrMapping/>
  </p:clrMapOvr>
  <p:transition>
    <p:fade/>
  </p:transition>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Divider with primary imag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86833" y="1782208"/>
            <a:ext cx="10972800" cy="1143000"/>
          </a:xfrm>
        </p:spPr>
        <p:txBody>
          <a:bodyPr/>
          <a:lstStyle>
            <a:lvl1pPr>
              <a:defRPr sz="8000" baseline="0">
                <a:solidFill>
                  <a:schemeClr val="accent2"/>
                </a:solidFill>
              </a:defRPr>
            </a:lvl1pPr>
            <a:lvl2pPr>
              <a:defRPr sz="8000">
                <a:solidFill>
                  <a:schemeClr val="accent2"/>
                </a:solidFill>
              </a:defRPr>
            </a:lvl2pPr>
            <a:lvl3pPr>
              <a:defRPr sz="8000">
                <a:solidFill>
                  <a:schemeClr val="accent2"/>
                </a:solidFill>
              </a:defRPr>
            </a:lvl3pPr>
            <a:lvl4pPr>
              <a:defRPr sz="8000">
                <a:solidFill>
                  <a:schemeClr val="accent2"/>
                </a:solidFill>
              </a:defRPr>
            </a:lvl4pPr>
            <a:lvl5pPr>
              <a:defRPr sz="8000">
                <a:solidFill>
                  <a:schemeClr val="accent2"/>
                </a:solidFill>
              </a:defRPr>
            </a:lvl5pPr>
          </a:lstStyle>
          <a:p>
            <a:pPr lvl="0"/>
            <a:r>
              <a:rPr lang="en-US"/>
              <a:t>Click to edit divider text</a:t>
            </a:r>
          </a:p>
        </p:txBody>
      </p:sp>
    </p:spTree>
    <p:extLst>
      <p:ext uri="{BB962C8B-B14F-4D97-AF65-F5344CB8AC3E}">
        <p14:creationId xmlns:p14="http://schemas.microsoft.com/office/powerpoint/2010/main" val="1848404616"/>
      </p:ext>
    </p:extLst>
  </p:cSld>
  <p:clrMapOvr>
    <a:masterClrMapping/>
  </p:clrMapOvr>
  <p:transition>
    <p:fade/>
  </p:transition>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Divider with secondary imag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86837" y="1818069"/>
            <a:ext cx="3748097" cy="3007407"/>
          </a:xfrm>
        </p:spPr>
        <p:txBody>
          <a:bodyPr/>
          <a:lstStyle>
            <a:lvl1pPr>
              <a:defRPr sz="6400">
                <a:solidFill>
                  <a:schemeClr val="accent2"/>
                </a:solidFill>
              </a:defRPr>
            </a:lvl1pPr>
            <a:lvl2pPr>
              <a:defRPr sz="6400">
                <a:solidFill>
                  <a:schemeClr val="accent2"/>
                </a:solidFill>
              </a:defRPr>
            </a:lvl2pPr>
            <a:lvl3pPr>
              <a:defRPr sz="6400">
                <a:solidFill>
                  <a:schemeClr val="accent2"/>
                </a:solidFill>
              </a:defRPr>
            </a:lvl3pPr>
            <a:lvl4pPr>
              <a:defRPr sz="6400">
                <a:solidFill>
                  <a:schemeClr val="accent2"/>
                </a:solidFill>
              </a:defRPr>
            </a:lvl4pPr>
            <a:lvl5pPr>
              <a:defRPr sz="6400">
                <a:solidFill>
                  <a:schemeClr val="accent2"/>
                </a:solidFill>
              </a:defRPr>
            </a:lvl5pPr>
          </a:lstStyle>
          <a:p>
            <a:pPr lvl="0"/>
            <a:r>
              <a:rPr lang="en-US"/>
              <a:t>Click to edit divider text</a:t>
            </a:r>
          </a:p>
        </p:txBody>
      </p:sp>
    </p:spTree>
    <p:extLst>
      <p:ext uri="{BB962C8B-B14F-4D97-AF65-F5344CB8AC3E}">
        <p14:creationId xmlns:p14="http://schemas.microsoft.com/office/powerpoint/2010/main" val="1242998835"/>
      </p:ext>
    </p:extLst>
  </p:cSld>
  <p:clrMapOvr>
    <a:masterClrMapping/>
  </p:clrMapOvr>
  <p:transition>
    <p:fade/>
  </p:transition>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Key statement Medium Blue">
    <p:bg>
      <p:bgPr>
        <a:solidFill>
          <a:schemeClr val="tx2">
            <a:lumMod val="75000"/>
            <a:lumOff val="25000"/>
          </a:schemeClr>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7685" y="319070"/>
            <a:ext cx="9126791" cy="5988439"/>
          </a:xfrm>
        </p:spPr>
        <p:txBody>
          <a:bodyPr/>
          <a:lstStyle>
            <a:lvl1pPr>
              <a:spcBef>
                <a:spcPts val="4800"/>
              </a:spcBef>
              <a:defRPr sz="40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3552748875"/>
      </p:ext>
    </p:extLst>
  </p:cSld>
  <p:clrMapOvr>
    <a:masterClrMapping/>
  </p:clrMapOvr>
  <p:transition>
    <p:fade/>
  </p:transition>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3_Key statement Dark Blue">
    <p:bg>
      <p:bgPr>
        <a:solidFill>
          <a:schemeClr val="accent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7685" y="319070"/>
            <a:ext cx="9126791" cy="5988439"/>
          </a:xfrm>
        </p:spPr>
        <p:txBody>
          <a:bodyPr/>
          <a:lstStyle>
            <a:lvl1pPr>
              <a:spcBef>
                <a:spcPts val="4800"/>
              </a:spcBef>
              <a:defRPr sz="40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119679065"/>
      </p:ext>
    </p:extLst>
  </p:cSld>
  <p:clrMapOvr>
    <a:masterClrMapping/>
  </p:clrMapOvr>
  <p:transition>
    <p:fade/>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Key statement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7685" y="319070"/>
            <a:ext cx="9126791" cy="5988439"/>
          </a:xfrm>
        </p:spPr>
        <p:txBody>
          <a:bodyPr/>
          <a:lstStyle>
            <a:lvl1pPr>
              <a:spcBef>
                <a:spcPts val="4800"/>
              </a:spcBef>
              <a:defRPr sz="40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a:t>Click to edit Master text styles</a:t>
            </a:r>
          </a:p>
        </p:txBody>
      </p:sp>
    </p:spTree>
    <p:extLst>
      <p:ext uri="{BB962C8B-B14F-4D97-AF65-F5344CB8AC3E}">
        <p14:creationId xmlns:p14="http://schemas.microsoft.com/office/powerpoint/2010/main" val="539059468"/>
      </p:ext>
    </p:extLst>
  </p:cSld>
  <p:clrMapOvr>
    <a:masterClrMapping/>
  </p:clrMapOvr>
  <p:transition>
    <p:fade/>
  </p:transition>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End silde Disclaimer">
    <p:spTree>
      <p:nvGrpSpPr>
        <p:cNvPr id="1" name=""/>
        <p:cNvGrpSpPr/>
        <p:nvPr/>
      </p:nvGrpSpPr>
      <p:grpSpPr>
        <a:xfrm>
          <a:off x="0" y="0"/>
          <a:ext cx="0" cy="0"/>
          <a:chOff x="0" y="0"/>
          <a:chExt cx="0" cy="0"/>
        </a:xfrm>
      </p:grpSpPr>
      <p:pic>
        <p:nvPicPr>
          <p:cNvPr id="3" name="Picture 2" descr="DEL_PRI_RGB.gi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196" y="3904493"/>
            <a:ext cx="2294400" cy="322531"/>
          </a:xfrm>
          <a:prstGeom prst="rect">
            <a:avLst/>
          </a:prstGeom>
        </p:spPr>
      </p:pic>
    </p:spTree>
    <p:extLst>
      <p:ext uri="{BB962C8B-B14F-4D97-AF65-F5344CB8AC3E}">
        <p14:creationId xmlns:p14="http://schemas.microsoft.com/office/powerpoint/2010/main" val="3503546779"/>
      </p:ext>
    </p:extLst>
  </p:cSld>
  <p:clrMapOvr>
    <a:masterClrMapping/>
  </p:clrMapOvr>
  <p:transition>
    <p:fade/>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6_Title &amp; subtitl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87680" y="782623"/>
            <a:ext cx="11216640" cy="757255"/>
          </a:xfrm>
        </p:spPr>
        <p:txBody>
          <a:bodyPr>
            <a:noAutofit/>
          </a:bodyPr>
          <a:lstStyle>
            <a:lvl1pPr marL="0" indent="0">
              <a:buNone/>
              <a:defRPr sz="2667" b="0">
                <a:solidFill>
                  <a:srgbClr val="575757"/>
                </a:solidFill>
              </a:defRPr>
            </a:lvl1pPr>
          </a:lstStyle>
          <a:p>
            <a:pPr lvl="0"/>
            <a:r>
              <a:rPr lang="en-US"/>
              <a:t>Click to add subtitle</a:t>
            </a:r>
          </a:p>
        </p:txBody>
      </p:sp>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2345328383"/>
      </p:ext>
    </p:extLst>
  </p:cSld>
  <p:clrMapOvr>
    <a:masterClrMapping/>
  </p:clrMapOvr>
  <p:transition>
    <p:fade/>
  </p:transition>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3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52908236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3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661140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3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24305582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3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296177732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7818219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4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38115312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4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06051592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4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12311691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4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3113661502"/>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4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7"/>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1" y="3423545"/>
            <a:ext cx="10418235"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25067" y="6477004"/>
            <a:ext cx="4896560" cy="100156"/>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Program Leadership Deck</a:t>
            </a:r>
          </a:p>
        </p:txBody>
      </p:sp>
      <p:sp>
        <p:nvSpPr>
          <p:cNvPr id="14" name="TextBox 13"/>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17128043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4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1">
                <a:solidFill>
                  <a:schemeClr val="bg1"/>
                </a:solidFill>
              </a:defRPr>
            </a:lvl1pPr>
            <a:lvl2pPr marL="609570" indent="0">
              <a:buNone/>
              <a:defRPr sz="2667">
                <a:solidFill>
                  <a:schemeClr val="tx1">
                    <a:tint val="75000"/>
                  </a:schemeClr>
                </a:solidFill>
              </a:defRPr>
            </a:lvl2pPr>
            <a:lvl3pPr marL="1219140" indent="0">
              <a:buNone/>
              <a:defRPr sz="2400">
                <a:solidFill>
                  <a:schemeClr val="tx1">
                    <a:tint val="75000"/>
                  </a:schemeClr>
                </a:solidFill>
              </a:defRPr>
            </a:lvl3pPr>
            <a:lvl4pPr marL="1828709" indent="0">
              <a:buNone/>
              <a:defRPr sz="2133">
                <a:solidFill>
                  <a:schemeClr val="tx1">
                    <a:tint val="75000"/>
                  </a:schemeClr>
                </a:solidFill>
              </a:defRPr>
            </a:lvl4pPr>
            <a:lvl5pPr marL="2438278" indent="0">
              <a:buNone/>
              <a:defRPr sz="2133">
                <a:solidFill>
                  <a:schemeClr val="tx1">
                    <a:tint val="75000"/>
                  </a:schemeClr>
                </a:solidFill>
              </a:defRPr>
            </a:lvl5pPr>
            <a:lvl6pPr marL="3047848" indent="0">
              <a:buNone/>
              <a:defRPr sz="2133">
                <a:solidFill>
                  <a:schemeClr val="tx1">
                    <a:tint val="75000"/>
                  </a:schemeClr>
                </a:solidFill>
              </a:defRPr>
            </a:lvl6pPr>
            <a:lvl7pPr marL="3657418" indent="0">
              <a:buNone/>
              <a:defRPr sz="2133">
                <a:solidFill>
                  <a:schemeClr val="tx1">
                    <a:tint val="75000"/>
                  </a:schemeClr>
                </a:solidFill>
              </a:defRPr>
            </a:lvl7pPr>
            <a:lvl8pPr marL="4266987" indent="0">
              <a:buNone/>
              <a:defRPr sz="2133">
                <a:solidFill>
                  <a:schemeClr val="tx1">
                    <a:tint val="75000"/>
                  </a:schemeClr>
                </a:solidFill>
              </a:defRPr>
            </a:lvl8pPr>
            <a:lvl9pPr marL="4876557" indent="0">
              <a:buNone/>
              <a:defRPr sz="2133">
                <a:solidFill>
                  <a:schemeClr val="tx1">
                    <a:tint val="75000"/>
                  </a:schemeClr>
                </a:solidFill>
              </a:defRPr>
            </a:lvl9pPr>
          </a:lstStyle>
          <a:p>
            <a:pPr lvl="0"/>
            <a:r>
              <a:rPr lang="en-US" noProof="0"/>
              <a:t>Click to edit Master text styles</a:t>
            </a:r>
          </a:p>
        </p:txBody>
      </p:sp>
      <p:sp>
        <p:nvSpPr>
          <p:cNvPr id="20" name="TextBox 19"/>
          <p:cNvSpPr txBox="1"/>
          <p:nvPr userDrawn="1"/>
        </p:nvSpPr>
        <p:spPr>
          <a:xfrm>
            <a:off x="5825067" y="6477004"/>
            <a:ext cx="4896560" cy="200311"/>
          </a:xfrm>
          <a:prstGeom prst="rect">
            <a:avLst/>
          </a:prstGeom>
          <a:noFill/>
        </p:spPr>
        <p:txBody>
          <a:bodyPr wrap="square" lIns="0" tIns="0" rIns="0" bIns="0" rtlCol="0">
            <a:spAutoFit/>
          </a:bodyPr>
          <a:lstStyle/>
          <a:p>
            <a:pPr algn="r" defTabSz="1219170">
              <a:buSzPct val="100000"/>
              <a:buFont typeface="Arial"/>
              <a:buNone/>
            </a:pPr>
            <a:r>
              <a:rPr lang="en-US" sz="651">
                <a:solidFill>
                  <a:prstClr val="white"/>
                </a:solidFill>
              </a:rPr>
              <a:t>Presentation title</a:t>
            </a:r>
            <a:br>
              <a:rPr lang="en-US" sz="651">
                <a:solidFill>
                  <a:prstClr val="white"/>
                </a:solidFill>
              </a:rPr>
            </a:br>
            <a:r>
              <a:rPr lang="en-US" sz="651">
                <a:solidFill>
                  <a:prstClr val="white"/>
                </a:solidFill>
              </a:rPr>
              <a:t>[To edit, click View &gt; Slide Master &gt; Slide Master]</a:t>
            </a:r>
          </a:p>
        </p:txBody>
      </p:sp>
      <p:sp>
        <p:nvSpPr>
          <p:cNvPr id="21" name="TextBox 20"/>
          <p:cNvSpPr txBox="1"/>
          <p:nvPr userDrawn="1"/>
        </p:nvSpPr>
        <p:spPr>
          <a:xfrm>
            <a:off x="469903" y="6477004"/>
            <a:ext cx="5355167" cy="200311"/>
          </a:xfrm>
          <a:prstGeom prst="rect">
            <a:avLst/>
          </a:prstGeom>
          <a:noFill/>
        </p:spPr>
        <p:txBody>
          <a:bodyPr wrap="square" lIns="0" tIns="0" rIns="0" bIns="0" rtlCol="0">
            <a:spAutoFit/>
          </a:bodyPr>
          <a:lstStyle/>
          <a:p>
            <a:pPr defTabSz="1219170">
              <a:spcBef>
                <a:spcPts val="800"/>
              </a:spcBef>
              <a:buSzPct val="100000"/>
              <a:buFont typeface="Arial"/>
              <a:buNone/>
            </a:pPr>
            <a:r>
              <a:rPr lang="en-US" sz="651">
                <a:solidFill>
                  <a:prstClr val="white"/>
                </a:solidFill>
              </a:rPr>
              <a:t>Member firms and DTTL: Insert appropriate copyright</a:t>
            </a:r>
            <a:br>
              <a:rPr lang="en-US" sz="651">
                <a:solidFill>
                  <a:prstClr val="white"/>
                </a:solidFill>
              </a:rPr>
            </a:br>
            <a:r>
              <a:rPr lang="en-US" sz="651">
                <a:solidFill>
                  <a:prstClr val="white"/>
                </a:solidFill>
              </a:rPr>
              <a:t>[To edit, click View &gt; Slide Master &gt; Slide Master]</a:t>
            </a:r>
          </a:p>
        </p:txBody>
      </p:sp>
      <p:sp>
        <p:nvSpPr>
          <p:cNvPr id="22" name="TextBox 21"/>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60655355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userDrawn="1">
  <p:cSld name="6_Divider Medium Blue">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bwMode="black">
          <a:xfrm>
            <a:off x="486833" y="1782208"/>
            <a:ext cx="10972800" cy="1143000"/>
          </a:xfrm>
        </p:spPr>
        <p:txBody>
          <a:bodyPr lIns="0" tIns="0" rIns="0" bIns="0"/>
          <a:lstStyle>
            <a:lvl1pPr>
              <a:defRPr sz="6000">
                <a:solidFill>
                  <a:schemeClr val="bg1"/>
                </a:solidFill>
              </a:defRPr>
            </a:lvl1pPr>
            <a:lvl2pPr>
              <a:defRPr sz="6000">
                <a:solidFill>
                  <a:schemeClr val="bg2"/>
                </a:solidFill>
              </a:defRPr>
            </a:lvl2pPr>
            <a:lvl3pPr>
              <a:defRPr sz="6000">
                <a:solidFill>
                  <a:schemeClr val="bg2"/>
                </a:solidFill>
              </a:defRPr>
            </a:lvl3pPr>
            <a:lvl4pPr>
              <a:defRPr sz="6000">
                <a:solidFill>
                  <a:schemeClr val="bg2"/>
                </a:solidFill>
              </a:defRPr>
            </a:lvl4pPr>
            <a:lvl5pPr>
              <a:defRPr sz="6000">
                <a:solidFill>
                  <a:schemeClr val="bg2"/>
                </a:solidFill>
              </a:defRPr>
            </a:lvl5pPr>
          </a:lstStyle>
          <a:p>
            <a:pPr lvl="0"/>
            <a:r>
              <a:rPr lang="en-US"/>
              <a:t>Click to edit divider text</a:t>
            </a:r>
          </a:p>
        </p:txBody>
      </p:sp>
    </p:spTree>
    <p:extLst>
      <p:ext uri="{BB962C8B-B14F-4D97-AF65-F5344CB8AC3E}">
        <p14:creationId xmlns:p14="http://schemas.microsoft.com/office/powerpoint/2010/main" val="1895525995"/>
      </p:ext>
    </p:extLst>
  </p:cSld>
  <p:clrMapOvr>
    <a:masterClrMapping/>
  </p:clrMapOvr>
  <p:transition>
    <p:fade/>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5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2" name="TextBox 11"/>
          <p:cNvSpPr txBox="1"/>
          <p:nvPr userDrawn="1"/>
        </p:nvSpPr>
        <p:spPr>
          <a:xfrm>
            <a:off x="5825067" y="6477000"/>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a:t>
            </a:r>
          </a:p>
        </p:txBody>
      </p:sp>
      <p:sp>
        <p:nvSpPr>
          <p:cNvPr id="13" name="TextBox 12"/>
          <p:cNvSpPr txBox="1"/>
          <p:nvPr userDrawn="1"/>
        </p:nvSpPr>
        <p:spPr>
          <a:xfrm>
            <a:off x="469900" y="6477000"/>
            <a:ext cx="5355167" cy="200055"/>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Member firms and DTTL: Insert appropriate copyright</a:t>
            </a:r>
            <a:br>
              <a:rPr lang="en-US" sz="650">
                <a:solidFill>
                  <a:prstClr val="white"/>
                </a:solidFill>
              </a:rPr>
            </a:br>
            <a:r>
              <a:rPr lang="en-US" sz="650">
                <a:solidFill>
                  <a:prstClr val="white"/>
                </a:solidFill>
              </a:rPr>
              <a:t>[To edit, click View &gt; Slide Master &gt; Slide Master]</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277463844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5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TextBox 19"/>
          <p:cNvSpPr txBox="1"/>
          <p:nvPr userDrawn="1"/>
        </p:nvSpPr>
        <p:spPr>
          <a:xfrm>
            <a:off x="5825067" y="6477000"/>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a:t>
            </a:r>
          </a:p>
        </p:txBody>
      </p:sp>
      <p:sp>
        <p:nvSpPr>
          <p:cNvPr id="21" name="TextBox 20"/>
          <p:cNvSpPr txBox="1"/>
          <p:nvPr userDrawn="1"/>
        </p:nvSpPr>
        <p:spPr>
          <a:xfrm>
            <a:off x="469900" y="6477000"/>
            <a:ext cx="5355167" cy="200055"/>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Member firms and DTTL: Insert appropriate copyright</a:t>
            </a:r>
            <a:br>
              <a:rPr lang="en-US" sz="650">
                <a:solidFill>
                  <a:prstClr val="white"/>
                </a:solidFill>
              </a:rPr>
            </a:br>
            <a:r>
              <a:rPr lang="en-US" sz="650">
                <a:solidFill>
                  <a:prstClr val="white"/>
                </a:solidFill>
              </a:rPr>
              <a:t>[To edit, click View &gt; Slide Master &gt; Slide Master]</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10128933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7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9" name="TextBox 8"/>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84763157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userDrawn="1">
  <p:cSld name="5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0" name="TextBox 19"/>
          <p:cNvSpPr txBox="1"/>
          <p:nvPr userDrawn="1"/>
        </p:nvSpPr>
        <p:spPr>
          <a:xfrm>
            <a:off x="5825067" y="6477000"/>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a:t>
            </a:r>
          </a:p>
        </p:txBody>
      </p:sp>
      <p:sp>
        <p:nvSpPr>
          <p:cNvPr id="21" name="TextBox 20"/>
          <p:cNvSpPr txBox="1"/>
          <p:nvPr userDrawn="1"/>
        </p:nvSpPr>
        <p:spPr>
          <a:xfrm>
            <a:off x="469900" y="6477000"/>
            <a:ext cx="5355167" cy="200055"/>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Member firms and DTTL: Insert appropriate copyright</a:t>
            </a:r>
            <a:br>
              <a:rPr lang="en-US" sz="650">
                <a:solidFill>
                  <a:prstClr val="white"/>
                </a:solidFill>
              </a:rPr>
            </a:br>
            <a:r>
              <a:rPr lang="en-US" sz="650">
                <a:solidFill>
                  <a:prstClr val="white"/>
                </a:solidFill>
              </a:rPr>
              <a:t>[To edit, click View &gt; Slide Master &gt; Slide Master]</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255786328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userDrawn="1">
  <p:cSld name="5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9" name="TextBox 8"/>
          <p:cNvSpPr txBox="1"/>
          <p:nvPr userDrawn="1"/>
        </p:nvSpPr>
        <p:spPr>
          <a:xfrm>
            <a:off x="5825067" y="6477000"/>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a:t>
            </a:r>
          </a:p>
        </p:txBody>
      </p:sp>
      <p:sp>
        <p:nvSpPr>
          <p:cNvPr id="13" name="TextBox 12"/>
          <p:cNvSpPr txBox="1"/>
          <p:nvPr userDrawn="1"/>
        </p:nvSpPr>
        <p:spPr>
          <a:xfrm>
            <a:off x="469900" y="6477000"/>
            <a:ext cx="5355167" cy="200055"/>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Member firms and DTTL: Insert appropriate copyright</a:t>
            </a:r>
            <a:br>
              <a:rPr lang="en-US" sz="650">
                <a:solidFill>
                  <a:prstClr val="white"/>
                </a:solidFill>
              </a:rPr>
            </a:br>
            <a:r>
              <a:rPr lang="en-US" sz="650">
                <a:solidFill>
                  <a:prstClr val="white"/>
                </a:solidFill>
              </a:rPr>
              <a:t>[To edit, click View &gt; Slide Master &gt; Slide Master]</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4158676669"/>
      </p:ext>
    </p:extLst>
  </p:cSld>
  <p:clrMapOvr>
    <a:masterClrMapping/>
  </p:clrMapOvr>
  <p:transition>
    <p:fade/>
  </p:transition>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userDrawn="1">
  <p:cSld name="7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TextBox 13"/>
          <p:cNvSpPr txBox="1"/>
          <p:nvPr userDrawn="1"/>
        </p:nvSpPr>
        <p:spPr>
          <a:xfrm>
            <a:off x="5825067" y="6477000"/>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a:t>
            </a:r>
          </a:p>
        </p:txBody>
      </p:sp>
      <p:sp>
        <p:nvSpPr>
          <p:cNvPr id="15" name="TextBox 14"/>
          <p:cNvSpPr txBox="1"/>
          <p:nvPr userDrawn="1"/>
        </p:nvSpPr>
        <p:spPr>
          <a:xfrm>
            <a:off x="469900" y="6477000"/>
            <a:ext cx="5355167" cy="200055"/>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Member firms and DTTL: Insert appropriate copyright</a:t>
            </a:r>
            <a:br>
              <a:rPr lang="en-US" sz="650">
                <a:solidFill>
                  <a:prstClr val="white"/>
                </a:solidFill>
              </a:rPr>
            </a:br>
            <a:r>
              <a:rPr lang="en-US" sz="650">
                <a:solidFill>
                  <a:prstClr val="white"/>
                </a:solidFill>
              </a:rPr>
              <a:t>[To edit, click View &gt; Slide Master &gt; Slide Master]</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737685819"/>
      </p:ext>
    </p:extLst>
  </p:cSld>
  <p:clrMapOvr>
    <a:masterClrMapping/>
  </p:clrMapOvr>
  <p:transition>
    <p:fade/>
  </p:transition>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5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8" name="TextBox 17"/>
          <p:cNvSpPr txBox="1"/>
          <p:nvPr userDrawn="1"/>
        </p:nvSpPr>
        <p:spPr>
          <a:xfrm>
            <a:off x="5825067" y="6477000"/>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a:t>
            </a:r>
          </a:p>
        </p:txBody>
      </p:sp>
      <p:sp>
        <p:nvSpPr>
          <p:cNvPr id="19" name="TextBox 18"/>
          <p:cNvSpPr txBox="1"/>
          <p:nvPr userDrawn="1"/>
        </p:nvSpPr>
        <p:spPr>
          <a:xfrm>
            <a:off x="469900" y="6477000"/>
            <a:ext cx="5355167" cy="200055"/>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Member firms and DTTL: Insert appropriate copyright</a:t>
            </a:r>
            <a:br>
              <a:rPr lang="en-US" sz="650">
                <a:solidFill>
                  <a:prstClr val="white"/>
                </a:solidFill>
              </a:rPr>
            </a:br>
            <a:r>
              <a:rPr lang="en-US" sz="650">
                <a:solidFill>
                  <a:prstClr val="white"/>
                </a:solidFill>
              </a:rPr>
              <a:t>[To edit, click View &gt; Slide Master &gt; Slide Master]</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1965907186"/>
      </p:ext>
    </p:extLst>
  </p:cSld>
  <p:clrMapOvr>
    <a:masterClrMapping/>
  </p:clrMapOvr>
  <p:transition>
    <p:fade/>
  </p:transition>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5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TextBox 13"/>
          <p:cNvSpPr txBox="1"/>
          <p:nvPr userDrawn="1"/>
        </p:nvSpPr>
        <p:spPr>
          <a:xfrm>
            <a:off x="5825067" y="6477000"/>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a:t>
            </a:r>
          </a:p>
        </p:txBody>
      </p:sp>
      <p:sp>
        <p:nvSpPr>
          <p:cNvPr id="15" name="TextBox 14"/>
          <p:cNvSpPr txBox="1"/>
          <p:nvPr userDrawn="1"/>
        </p:nvSpPr>
        <p:spPr>
          <a:xfrm>
            <a:off x="469900" y="6477000"/>
            <a:ext cx="5355167" cy="200055"/>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Member firms and DTTL: Insert appropriate copyright</a:t>
            </a:r>
            <a:br>
              <a:rPr lang="en-US" sz="650">
                <a:solidFill>
                  <a:prstClr val="white"/>
                </a:solidFill>
              </a:rPr>
            </a:br>
            <a:r>
              <a:rPr lang="en-US" sz="650">
                <a:solidFill>
                  <a:prstClr val="white"/>
                </a:solidFill>
              </a:rPr>
              <a:t>[To edit, click View &gt; Slide Master &gt; Slide Master]</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285792758"/>
      </p:ext>
    </p:extLst>
  </p:cSld>
  <p:clrMapOvr>
    <a:masterClrMapping/>
  </p:clrMapOvr>
  <p:transition>
    <p:fade/>
  </p:transition>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7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214696778"/>
      </p:ext>
    </p:extLst>
  </p:cSld>
  <p:clrMapOvr>
    <a:masterClrMapping/>
  </p:clrMapOvr>
  <p:transition>
    <p:fade/>
  </p:transition>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5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Click to edit Master text styles</a:t>
            </a:r>
          </a:p>
        </p:txBody>
      </p:sp>
      <p:sp>
        <p:nvSpPr>
          <p:cNvPr id="9" name="Text Placeholder 7"/>
          <p:cNvSpPr>
            <a:spLocks noGrp="1"/>
          </p:cNvSpPr>
          <p:nvPr>
            <p:ph type="body" sz="quarter" idx="23"/>
          </p:nvPr>
        </p:nvSpPr>
        <p:spPr>
          <a:xfrm>
            <a:off x="468000" y="5982790"/>
            <a:ext cx="11252201" cy="316411"/>
          </a:xfrm>
        </p:spPr>
        <p:txBody>
          <a:bodyPr>
            <a:noAutofit/>
          </a:bodyPr>
          <a:lstStyle>
            <a:lvl1pPr>
              <a:spcAft>
                <a:spcPts val="0"/>
              </a:spcAft>
              <a:defRPr sz="900"/>
            </a:lvl1pPr>
          </a:lstStyle>
          <a:p>
            <a:pPr lvl="0"/>
            <a:r>
              <a:rPr lang="en-US" noProof="0"/>
              <a:t>Click to 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147364734"/>
      </p:ext>
    </p:extLst>
  </p:cSld>
  <p:clrMapOvr>
    <a:masterClrMapping/>
  </p:clrMapOvr>
  <p:transition>
    <p:fade/>
  </p:transition>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5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a:defRPr b="1">
                <a:solidFill>
                  <a:schemeClr val="accent1"/>
                </a:solidFill>
              </a:defRPr>
            </a:lvl1pPr>
            <a:lvl2pPr>
              <a:spcAft>
                <a:spcPts val="0"/>
              </a:spcAft>
              <a:defRPr/>
            </a:lvl2pPr>
            <a:lvl3pPr marL="0" indent="0">
              <a:spcAft>
                <a:spcPts val="0"/>
              </a:spcAft>
              <a:buNone/>
              <a:defRPr/>
            </a:lvl3pPr>
            <a:lvl4pPr marL="235194" indent="-235194">
              <a:spcAft>
                <a:spcPts val="0"/>
              </a:spcAft>
              <a:buFont typeface="Arial" panose="020B0604020202020204" pitchFamily="34" charset="0"/>
              <a:buChar char="•"/>
              <a:defRPr/>
            </a:lvl4pPr>
            <a:lvl5pPr marL="475188" indent="-235194">
              <a:spcAft>
                <a:spcPts val="0"/>
              </a:spcAft>
              <a:defRPr baseline="0"/>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32457623"/>
      </p:ext>
    </p:extLst>
  </p:cSld>
  <p:clrMapOvr>
    <a:masterClrMapping/>
  </p:clrMapOvr>
  <p:transition>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5_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spcAft>
                <a:spcPts val="1333"/>
              </a:spcAft>
            </a:pPr>
            <a:endParaRPr lang="en-US" sz="1467">
              <a:solidFill>
                <a:prstClr val="white"/>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spcAft>
                <a:spcPts val="1333"/>
              </a:spcAft>
            </a:pPr>
            <a:endParaRPr lang="en-US" sz="1467">
              <a:solidFill>
                <a:prstClr val="white"/>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Tree>
    <p:extLst>
      <p:ext uri="{BB962C8B-B14F-4D97-AF65-F5344CB8AC3E}">
        <p14:creationId xmlns:p14="http://schemas.microsoft.com/office/powerpoint/2010/main" val="3298759307"/>
      </p:ext>
    </p:extLst>
  </p:cSld>
  <p:clrMapOvr>
    <a:masterClrMapping/>
  </p:clrMapOvr>
  <p:transition>
    <p:fade/>
  </p:transition>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5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0" name="Text Placeholder 8"/>
          <p:cNvSpPr>
            <a:spLocks noGrp="1"/>
          </p:cNvSpPr>
          <p:nvPr>
            <p:ph type="body" sz="quarter" idx="22"/>
          </p:nvPr>
        </p:nvSpPr>
        <p:spPr>
          <a:xfrm>
            <a:off x="469899"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a:spcAft>
                <a:spcPts val="1333"/>
              </a:spcAft>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defTabSz="1219170">
              <a:spcAft>
                <a:spcPts val="1333"/>
              </a:spcAft>
            </a:pPr>
            <a:endParaRPr lang="en-US" sz="1467">
              <a:solidFill>
                <a:prstClr val="white"/>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264409135"/>
      </p:ext>
    </p:extLst>
  </p:cSld>
  <p:clrMapOvr>
    <a:masterClrMapping/>
  </p:clrMapOvr>
  <p:transition>
    <p:fade/>
  </p:transition>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5_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endParaRPr lang="en-US" sz="1467">
              <a:solidFill>
                <a:prstClr val="white"/>
              </a:solidFill>
            </a:endParaRPr>
          </a:p>
        </p:txBody>
      </p:sp>
      <p:sp>
        <p:nvSpPr>
          <p:cNvPr id="7" name="Text Placeholder 8"/>
          <p:cNvSpPr>
            <a:spLocks noGrp="1"/>
          </p:cNvSpPr>
          <p:nvPr>
            <p:ph type="body" sz="quarter" idx="17"/>
          </p:nvPr>
        </p:nvSpPr>
        <p:spPr>
          <a:xfrm>
            <a:off x="4278313" y="1851441"/>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515304852"/>
      </p:ext>
    </p:extLst>
  </p:cSld>
  <p:clrMapOvr>
    <a:masterClrMapping/>
  </p:clrMapOvr>
  <p:transition>
    <p:fade/>
  </p:transition>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5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4" indent="-235194">
              <a:spcAft>
                <a:spcPts val="1333"/>
              </a:spcAft>
              <a:buFont typeface="Arial" panose="020B0604020202020204" pitchFamily="34" charset="0"/>
              <a:buChar char="•"/>
              <a:defRPr/>
            </a:lvl4pPr>
            <a:lvl5pPr marL="475188" indent="-235194">
              <a:spcAft>
                <a:spcPts val="1333"/>
              </a:spcAft>
              <a:defRPr baseline="0"/>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87862598"/>
      </p:ext>
    </p:extLst>
  </p:cSld>
  <p:clrMapOvr>
    <a:masterClrMapping/>
  </p:clrMapOvr>
  <p:transition>
    <p:fade/>
  </p:transition>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5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4" indent="-235194">
              <a:spcAft>
                <a:spcPts val="1333"/>
              </a:spcAft>
              <a:buFont typeface="Arial" panose="020B0604020202020204" pitchFamily="34" charset="0"/>
              <a:buChar char="•"/>
              <a:defRPr>
                <a:solidFill>
                  <a:schemeClr val="bg1"/>
                </a:solidFill>
              </a:defRPr>
            </a:lvl4pPr>
            <a:lvl5pPr marL="475188" indent="-235194">
              <a:spcAft>
                <a:spcPts val="1333"/>
              </a:spcAft>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Box 12"/>
          <p:cNvSpPr txBox="1"/>
          <p:nvPr userDrawn="1"/>
        </p:nvSpPr>
        <p:spPr>
          <a:xfrm>
            <a:off x="6335184" y="6477001"/>
            <a:ext cx="4896560" cy="200055"/>
          </a:xfrm>
          <a:prstGeom prst="rect">
            <a:avLst/>
          </a:prstGeom>
          <a:noFill/>
        </p:spPr>
        <p:txBody>
          <a:bodyPr wrap="square" lIns="0" tIns="0" rIns="0" bIns="0" rtlCol="0">
            <a:spAutoFit/>
          </a:bodyPr>
          <a:lstStyle/>
          <a:p>
            <a:pPr algn="r" defTabSz="1219170">
              <a:buSzPct val="100000"/>
              <a:buFont typeface="Arial"/>
              <a:buNone/>
            </a:pPr>
            <a:r>
              <a:rPr lang="en-US" sz="650">
                <a:solidFill>
                  <a:prstClr val="white"/>
                </a:solidFill>
              </a:rPr>
              <a:t>Presentation title</a:t>
            </a:r>
            <a:br>
              <a:rPr lang="en-US" sz="650">
                <a:solidFill>
                  <a:prstClr val="white"/>
                </a:solidFill>
              </a:rPr>
            </a:br>
            <a:r>
              <a:rPr lang="en-US" sz="650">
                <a:solidFill>
                  <a:prstClr val="white"/>
                </a:solidFill>
              </a:rPr>
              <a:t>[To edit, click View &gt; Slide Master &gt; Slide Master]</a:t>
            </a:r>
          </a:p>
        </p:txBody>
      </p:sp>
      <p:sp>
        <p:nvSpPr>
          <p:cNvPr id="14" name="TextBox 13"/>
          <p:cNvSpPr txBox="1"/>
          <p:nvPr userDrawn="1"/>
        </p:nvSpPr>
        <p:spPr>
          <a:xfrm>
            <a:off x="501653" y="6477000"/>
            <a:ext cx="5355167" cy="200055"/>
          </a:xfrm>
          <a:prstGeom prst="rect">
            <a:avLst/>
          </a:prstGeom>
          <a:noFill/>
        </p:spPr>
        <p:txBody>
          <a:bodyPr wrap="square" lIns="0" tIns="0" rIns="0" bIns="0" rtlCol="0">
            <a:spAutoFit/>
          </a:bodyPr>
          <a:lstStyle/>
          <a:p>
            <a:pPr defTabSz="1219170">
              <a:spcBef>
                <a:spcPts val="800"/>
              </a:spcBef>
              <a:buSzPct val="100000"/>
              <a:buFont typeface="Arial"/>
              <a:buNone/>
            </a:pPr>
            <a:r>
              <a:rPr lang="en-US" sz="650">
                <a:solidFill>
                  <a:prstClr val="white"/>
                </a:solidFill>
              </a:rPr>
              <a:t>Member firms and DTTL: Insert appropriate copyright</a:t>
            </a:r>
            <a:br>
              <a:rPr lang="en-US" sz="650">
                <a:solidFill>
                  <a:prstClr val="white"/>
                </a:solidFill>
              </a:rPr>
            </a:br>
            <a:r>
              <a:rPr lang="en-US" sz="650">
                <a:solidFill>
                  <a:prstClr val="white"/>
                </a:solidFill>
              </a:rPr>
              <a:t>[To edit, click View &gt; Slide Master &gt; Slide Master]</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1082161491"/>
      </p:ext>
    </p:extLst>
  </p:cSld>
  <p:clrMapOvr>
    <a:masterClrMapping/>
  </p:clrMapOvr>
  <p:transition>
    <p:fade/>
  </p:transition>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userDrawn="1">
  <p:cSld name="6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03836003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userDrawn="1">
  <p:cSld name="7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7250034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5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22028073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8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437219776"/>
      </p:ext>
    </p:extLst>
  </p:cSld>
  <p:clrMapOvr>
    <a:masterClrMapping/>
  </p:clrMapOvr>
  <p:transition>
    <p:fade/>
  </p:transition>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9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14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458923299"/>
      </p:ext>
    </p:extLst>
  </p:cSld>
  <p:clrMapOvr>
    <a:masterClrMapping/>
  </p:clrMapOvr>
  <p:transition>
    <p:fade/>
  </p:transition>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0_Title &amp; subtitl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87680" y="782623"/>
            <a:ext cx="11216640" cy="757255"/>
          </a:xfrm>
        </p:spPr>
        <p:txBody>
          <a:bodyPr>
            <a:noAutofit/>
          </a:bodyPr>
          <a:lstStyle>
            <a:lvl1pPr marL="0" indent="0">
              <a:buNone/>
              <a:defRPr sz="1867" b="0">
                <a:solidFill>
                  <a:srgbClr val="575757"/>
                </a:solidFill>
              </a:defRPr>
            </a:lvl1pPr>
          </a:lstStyle>
          <a:p>
            <a:pPr lvl="0"/>
            <a:r>
              <a:rPr lang="en-US"/>
              <a:t>Click to add subtitle</a:t>
            </a:r>
          </a:p>
        </p:txBody>
      </p:sp>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3840127826"/>
      </p:ext>
    </p:extLst>
  </p:cSld>
  <p:clrMapOvr>
    <a:masterClrMapping/>
  </p:clrMapOvr>
  <p:transition>
    <p:fade/>
  </p:transition>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itle Only Custom">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487680" y="295683"/>
            <a:ext cx="11216640" cy="469492"/>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203415177"/>
      </p:ext>
    </p:extLst>
  </p:cSld>
  <p:clrMapOvr>
    <a:masterClrMapping/>
  </p:clrMapOvr>
  <p:transition>
    <p:fade/>
  </p:transition>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preserve="1" userDrawn="1">
  <p:cSld name="9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97547287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reserve="1" userDrawn="1">
  <p:cSld name="7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31057073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userDrawn="1">
  <p:cSld name="7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19282326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preserve="1" userDrawn="1">
  <p:cSld name="7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173563699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reserve="1" userDrawn="1">
  <p:cSld name="6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2"/>
            <a:ext cx="10418233" cy="1592403"/>
          </a:xfrm>
        </p:spPr>
        <p:txBody>
          <a:bodyPr anchor="b"/>
          <a:lstStyle>
            <a:lvl1pPr>
              <a:lnSpc>
                <a:spcPct val="95000"/>
              </a:lnSpc>
              <a:defRPr sz="3851"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22" name="TextBox 21"/>
          <p:cNvSpPr txBox="1"/>
          <p:nvPr userDrawn="1"/>
        </p:nvSpPr>
        <p:spPr>
          <a:xfrm>
            <a:off x="11414127" y="6477001"/>
            <a:ext cx="307975" cy="100156"/>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1">
                <a:solidFill>
                  <a:prstClr val="white"/>
                </a:solidFill>
              </a:rPr>
              <a:pPr algn="r" defTabSz="1219170">
                <a:spcBef>
                  <a:spcPts val="800"/>
                </a:spcBef>
                <a:buSzPct val="100000"/>
                <a:buFont typeface="Arial"/>
                <a:buNone/>
              </a:pPr>
              <a:t>‹#›</a:t>
            </a:fld>
            <a:endParaRPr lang="en-US" sz="651">
              <a:solidFill>
                <a:prstClr val="white"/>
              </a:solidFill>
            </a:endParaRPr>
          </a:p>
        </p:txBody>
      </p:sp>
    </p:spTree>
    <p:extLst>
      <p:ext uri="{BB962C8B-B14F-4D97-AF65-F5344CB8AC3E}">
        <p14:creationId xmlns:p14="http://schemas.microsoft.com/office/powerpoint/2010/main" val="382246310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8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57644411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8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374195946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10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10689159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8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756027290"/>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9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427036752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9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297375031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13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6" y="1590679"/>
            <a:ext cx="9029604" cy="4708525"/>
          </a:xfrm>
          <a:prstGeom prst="rect">
            <a:avLst/>
          </a:prstGeom>
        </p:spPr>
        <p:txBody>
          <a:bodyPr>
            <a:noAutofit/>
          </a:bodyPr>
          <a:lstStyle>
            <a:lvl1pPr>
              <a:spcBef>
                <a:spcPts val="4800"/>
              </a:spcBef>
              <a:defRPr sz="2800">
                <a:solidFill>
                  <a:schemeClr val="bg1"/>
                </a:solidFill>
              </a:defRPr>
            </a:lvl1pPr>
            <a:lvl2pPr marL="609570" indent="-60957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1029641798"/>
      </p:ext>
    </p:extLst>
  </p:cSld>
  <p:clrMapOvr>
    <a:masterClrMapping/>
  </p:clrMapOvr>
  <p:transition>
    <p:fade/>
  </p:transition>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1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19956754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9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19846186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10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266888440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10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302871734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1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40697376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10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319919971"/>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1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52253198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3206643263"/>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userDrawn="1">
  <p:cSld name="14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15978411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userDrawn="1">
  <p:cSld name="15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66662402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16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29295590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12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75660475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13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114213236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13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3765969240"/>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17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41718980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3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51152762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4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49"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1" y="5845184"/>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703"/>
            <a:ext cx="5594349" cy="298451"/>
          </a:xfrm>
          <a:prstGeom prst="rect">
            <a:avLst/>
          </a:prstGeom>
        </p:spPr>
        <p:txBody>
          <a:bodyPr/>
          <a:lstStyle>
            <a:lvl1pPr>
              <a:spcAft>
                <a:spcPts val="0"/>
              </a:spcAft>
              <a:defRPr sz="105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173973044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4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4"/>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70" indent="0" algn="ctr">
              <a:buNone/>
              <a:defRPr sz="2667"/>
            </a:lvl2pPr>
            <a:lvl3pPr marL="1219140" indent="0" algn="ctr">
              <a:buNone/>
              <a:defRPr sz="2400"/>
            </a:lvl3pPr>
            <a:lvl4pPr marL="1828709" indent="0" algn="ctr">
              <a:buNone/>
              <a:defRPr sz="2133"/>
            </a:lvl4pPr>
            <a:lvl5pPr marL="2438278" indent="0" algn="ctr">
              <a:buNone/>
              <a:defRPr sz="2133"/>
            </a:lvl5pPr>
            <a:lvl6pPr marL="3047848" indent="0" algn="ctr">
              <a:buNone/>
              <a:defRPr sz="2133"/>
            </a:lvl6pPr>
            <a:lvl7pPr marL="3657418" indent="0" algn="ctr">
              <a:buNone/>
              <a:defRPr sz="2133"/>
            </a:lvl7pPr>
            <a:lvl8pPr marL="4266987" indent="0" algn="ctr">
              <a:buNone/>
              <a:defRPr sz="2133"/>
            </a:lvl8pPr>
            <a:lvl9pPr marL="4876557"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703"/>
            <a:ext cx="5594349" cy="298451"/>
          </a:xfrm>
          <a:prstGeom prst="rect">
            <a:avLst/>
          </a:prstGeom>
        </p:spPr>
        <p:txBody>
          <a:bodyPr>
            <a:noAutofit/>
          </a:bodyPr>
          <a:lstStyle>
            <a:lvl1pPr>
              <a:spcAft>
                <a:spcPts val="0"/>
              </a:spcAft>
              <a:defRPr sz="105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1219170"/>
              <a:endParaRPr lang="en-GB" sz="2600">
                <a:solidFill>
                  <a:prstClr val="white"/>
                </a:solidFill>
              </a:endParaRPr>
            </a:p>
          </p:txBody>
        </p:sp>
      </p:grpSp>
    </p:spTree>
    <p:extLst>
      <p:ext uri="{BB962C8B-B14F-4D97-AF65-F5344CB8AC3E}">
        <p14:creationId xmlns:p14="http://schemas.microsoft.com/office/powerpoint/2010/main" val="267666555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16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117980159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16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41516626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16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22" name="TextBox 21"/>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02310448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16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4" name="TextBox 13"/>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3881448322"/>
      </p:ext>
    </p:extLst>
  </p:cSld>
  <p:clrMapOvr>
    <a:masterClrMapping/>
  </p:clrMapOvr>
  <p:transition>
    <p:fade/>
  </p:transition>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16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20" name="TextBox 19"/>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253178079"/>
      </p:ext>
    </p:extLst>
  </p:cSld>
  <p:clrMapOvr>
    <a:masterClrMapping/>
  </p:clrMapOvr>
  <p:transition>
    <p:fade/>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16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Click to edit Master text styles</a:t>
            </a:r>
          </a:p>
        </p:txBody>
      </p:sp>
      <p:sp>
        <p:nvSpPr>
          <p:cNvPr id="16" name="TextBox 15"/>
          <p:cNvSpPr txBox="1"/>
          <p:nvPr userDrawn="1"/>
        </p:nvSpPr>
        <p:spPr>
          <a:xfrm>
            <a:off x="11414125" y="6477000"/>
            <a:ext cx="307975" cy="100027"/>
          </a:xfrm>
          <a:prstGeom prst="rect">
            <a:avLst/>
          </a:prstGeom>
          <a:noFill/>
        </p:spPr>
        <p:txBody>
          <a:bodyPr wrap="square" lIns="0" tIns="0" rIns="0" bIns="0" rtlCol="0">
            <a:spAutoFit/>
          </a:bodyPr>
          <a:lstStyle/>
          <a:p>
            <a:pPr algn="r" defTabSz="1219170">
              <a:spcBef>
                <a:spcPts val="800"/>
              </a:spcBef>
              <a:buSzPct val="100000"/>
              <a:buFont typeface="Arial"/>
              <a:buNone/>
            </a:pPr>
            <a:fld id="{C58DF478-B544-4ED8-9ED4-6A2648E2D233}" type="slidenum">
              <a:rPr lang="en-US" sz="650">
                <a:solidFill>
                  <a:prstClr val="white"/>
                </a:solidFill>
              </a:rPr>
              <a:pPr algn="r" defTabSz="1219170">
                <a:spcBef>
                  <a:spcPts val="800"/>
                </a:spcBef>
                <a:buSzPct val="100000"/>
                <a:buFont typeface="Arial"/>
                <a:buNone/>
              </a:pPr>
              <a:t>‹#›</a:t>
            </a:fld>
            <a:endParaRPr lang="en-US" sz="650">
              <a:solidFill>
                <a:prstClr val="white"/>
              </a:solidFill>
            </a:endParaRPr>
          </a:p>
        </p:txBody>
      </p:sp>
    </p:spTree>
    <p:extLst>
      <p:ext uri="{BB962C8B-B14F-4D97-AF65-F5344CB8AC3E}">
        <p14:creationId xmlns:p14="http://schemas.microsoft.com/office/powerpoint/2010/main" val="826666263"/>
      </p:ext>
    </p:extLst>
  </p:cSld>
  <p:clrMapOvr>
    <a:masterClrMapping/>
  </p:clrMapOvr>
  <p:transition>
    <p:fade/>
  </p:transition>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userDrawn="1">
  <p:cSld name="Divider">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1"/>
          </p:nvPr>
        </p:nvSpPr>
        <p:spPr>
          <a:xfrm>
            <a:off x="0" y="0"/>
            <a:ext cx="12192000" cy="6857999"/>
          </a:xfrm>
          <a:noFill/>
        </p:spPr>
        <p:txBody>
          <a:bodyPr anchor="ctr"/>
          <a:lstStyle>
            <a:lvl1pPr marL="0" indent="0" algn="ctr">
              <a:buNone/>
              <a:defRPr>
                <a:solidFill>
                  <a:schemeClr val="accent6"/>
                </a:solidFill>
              </a:defRPr>
            </a:lvl1pPr>
          </a:lstStyle>
          <a:p>
            <a:r>
              <a:rPr lang="en-US"/>
              <a:t>Click icon to add picture</a:t>
            </a:r>
          </a:p>
        </p:txBody>
      </p:sp>
      <p:sp>
        <p:nvSpPr>
          <p:cNvPr id="3" name="Title 1"/>
          <p:cNvSpPr>
            <a:spLocks noGrp="1"/>
          </p:cNvSpPr>
          <p:nvPr>
            <p:ph type="title" hasCustomPrompt="1"/>
          </p:nvPr>
        </p:nvSpPr>
        <p:spPr>
          <a:xfrm>
            <a:off x="914402" y="4725108"/>
            <a:ext cx="4389120" cy="2132892"/>
          </a:xfrm>
          <a:solidFill>
            <a:schemeClr val="bg1"/>
          </a:solidFill>
        </p:spPr>
        <p:txBody>
          <a:bodyPr vert="horz" lIns="365760" tIns="365760" rIns="365760" bIns="1280160" rtlCol="0" anchor="b" anchorCtr="0">
            <a:spAutoFit/>
          </a:bodyPr>
          <a:lstStyle>
            <a:lvl1pPr>
              <a:lnSpc>
                <a:spcPct val="90000"/>
              </a:lnSpc>
              <a:defRPr lang="en-US" sz="3600" b="1" baseline="0" dirty="0">
                <a:solidFill>
                  <a:sysClr val="windowText" lastClr="000000"/>
                </a:solidFill>
                <a:latin typeface="+mn-lt"/>
              </a:defRPr>
            </a:lvl1pPr>
          </a:lstStyle>
          <a:p>
            <a:pPr lvl="0">
              <a:lnSpc>
                <a:spcPct val="85000"/>
              </a:lnSpc>
            </a:pPr>
            <a:r>
              <a:rPr lang="en-US"/>
              <a:t>Click to edit Title</a:t>
            </a:r>
          </a:p>
        </p:txBody>
      </p:sp>
      <p:sp>
        <p:nvSpPr>
          <p:cNvPr id="4" name="Text Placeholder 4"/>
          <p:cNvSpPr>
            <a:spLocks noGrp="1"/>
          </p:cNvSpPr>
          <p:nvPr>
            <p:ph type="body" sz="quarter" idx="10" hasCustomPrompt="1"/>
          </p:nvPr>
        </p:nvSpPr>
        <p:spPr>
          <a:xfrm>
            <a:off x="914402" y="5694829"/>
            <a:ext cx="4389120" cy="1163171"/>
          </a:xfrm>
        </p:spPr>
        <p:txBody>
          <a:bodyPr vert="horz" lIns="365760" tIns="0" rIns="365760" bIns="0" rtlCol="0">
            <a:noAutofit/>
          </a:bodyPr>
          <a:lstStyle>
            <a:lvl1pPr marL="0" indent="0">
              <a:buNone/>
              <a:defRPr lang="en-US" sz="1400" baseline="0" dirty="0"/>
            </a:lvl1pPr>
          </a:lstStyle>
          <a:p>
            <a:pPr marL="228600" lvl="0" indent="-228600">
              <a:lnSpc>
                <a:spcPct val="130000"/>
              </a:lnSpc>
            </a:pPr>
            <a:r>
              <a:rPr lang="en-US"/>
              <a:t>Click to edit subtitle</a:t>
            </a:r>
          </a:p>
        </p:txBody>
      </p:sp>
    </p:spTree>
    <p:extLst>
      <p:ext uri="{BB962C8B-B14F-4D97-AF65-F5344CB8AC3E}">
        <p14:creationId xmlns:p14="http://schemas.microsoft.com/office/powerpoint/2010/main" val="465036927"/>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userDrawn="1">
  <p:cSld name="3_2 content with quote ">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35FD2B-C9AD-40CB-9B97-9705C91FFE43}"/>
              </a:ext>
            </a:extLst>
          </p:cNvPr>
          <p:cNvSpPr/>
          <p:nvPr userDrawn="1"/>
        </p:nvSpPr>
        <p:spPr bwMode="gray">
          <a:xfrm>
            <a:off x="11568701" y="6482993"/>
            <a:ext cx="503434" cy="37500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9" name="TextBox 8">
            <a:extLst>
              <a:ext uri="{FF2B5EF4-FFF2-40B4-BE49-F238E27FC236}">
                <a16:creationId xmlns:a16="http://schemas.microsoft.com/office/drawing/2014/main" id="{B0F11C41-49D9-42A9-8A0B-755B3FABCBDC}"/>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latin typeface="Open Sans" panose="020B0606030504020204" pitchFamily="34" charset="0"/>
                <a:ea typeface="Open Sans" panose="020B0606030504020204" pitchFamily="34" charset="0"/>
                <a:cs typeface="Open Sans" panose="020B0606030504020204" pitchFamily="34" charset="0"/>
              </a:rPr>
              <a:pPr marL="0" indent="0" algn="r">
                <a:spcBef>
                  <a:spcPts val="800"/>
                </a:spcBef>
                <a:buSzPct val="100000"/>
                <a:buFont typeface="Arial"/>
                <a:buNone/>
              </a:pPr>
              <a:t>‹#›</a:t>
            </a:fld>
            <a:endParaRPr lang="en-US" sz="650" noProof="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object 10">
            <a:extLst>
              <a:ext uri="{FF2B5EF4-FFF2-40B4-BE49-F238E27FC236}">
                <a16:creationId xmlns:a16="http://schemas.microsoft.com/office/drawing/2014/main" id="{9F019FF0-0A91-4040-BE63-06C383BA70FF}"/>
              </a:ext>
            </a:extLst>
          </p:cNvPr>
          <p:cNvSpPr txBox="1">
            <a:spLocks/>
          </p:cNvSpPr>
          <p:nvPr userDrawn="1"/>
        </p:nvSpPr>
        <p:spPr bwMode="gray">
          <a:xfrm rot="10800000">
            <a:off x="0" y="0"/>
            <a:ext cx="12192000" cy="45719"/>
          </a:xfrm>
          <a:prstGeom prst="rect">
            <a:avLst/>
          </a:prstGeom>
          <a:gradFill>
            <a:gsLst>
              <a:gs pos="98000">
                <a:srgbClr val="0076A8"/>
              </a:gs>
              <a:gs pos="75000">
                <a:srgbClr val="0097A9">
                  <a:alpha val="70000"/>
                </a:srgbClr>
              </a:gs>
              <a:gs pos="23000">
                <a:srgbClr val="86BC25">
                  <a:alpha val="59000"/>
                </a:srgbClr>
              </a:gs>
              <a:gs pos="0">
                <a:srgbClr val="C4D600"/>
              </a:gs>
              <a:gs pos="52000">
                <a:srgbClr val="00A3E0">
                  <a:alpha val="57000"/>
                </a:srgbClr>
              </a:gs>
            </a:gsLst>
            <a:lin ang="6600000" scaled="0"/>
          </a:gradFill>
          <a:ln w="28575">
            <a:noFill/>
          </a:ln>
        </p:spPr>
        <p:txBody>
          <a:bodyPr vert="horz" wrap="square" lIns="182880" tIns="0" rIns="0" bIns="0" rtlCol="0" anchor="ctr" anchorCtr="0">
            <a:noAutofit/>
          </a:bodyPr>
          <a:lstStyle>
            <a:lvl1pPr algn="l" defTabSz="1219170" rtl="0" eaLnBrk="1" latinLnBrk="0" hangingPunct="1">
              <a:spcBef>
                <a:spcPct val="0"/>
              </a:spcBef>
              <a:buNone/>
              <a:defRPr sz="2000" b="0" i="0" kern="1200">
                <a:solidFill>
                  <a:schemeClr val="tx1"/>
                </a:solidFill>
                <a:latin typeface="Verdana"/>
                <a:ea typeface="+mj-ea"/>
                <a:cs typeface="Verdana"/>
              </a:defRPr>
            </a:lvl1pPr>
          </a:lstStyle>
          <a:p>
            <a:pPr marL="17145" marR="0" lvl="0" indent="0" algn="l" defTabSz="1219170" rtl="0" eaLnBrk="1" fontAlgn="auto" latinLnBrk="0" hangingPunct="1">
              <a:lnSpc>
                <a:spcPct val="100000"/>
              </a:lnSpc>
              <a:spcBef>
                <a:spcPct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27302729"/>
      </p:ext>
    </p:extLst>
  </p:cSld>
  <p:clrMapOvr>
    <a:masterClrMapping/>
  </p:clrMapOvr>
  <p:transition>
    <p:fade/>
  </p:transition>
</p:sldLayout>
</file>

<file path=ppt/slideLayouts/slideLayout238.xml><?xml version="1.0" encoding="utf-8"?>
<p:sldLayout xmlns:a="http://schemas.openxmlformats.org/drawingml/2006/main" xmlns:r="http://schemas.openxmlformats.org/officeDocument/2006/relationships" xmlns:p="http://schemas.openxmlformats.org/presentationml/2006/main" userDrawn="1">
  <p:cSld name="Monitor Red Title, Bullets">
    <p:spTree>
      <p:nvGrpSpPr>
        <p:cNvPr id="1" name=""/>
        <p:cNvGrpSpPr/>
        <p:nvPr/>
      </p:nvGrpSpPr>
      <p:grpSpPr>
        <a:xfrm>
          <a:off x="0" y="0"/>
          <a:ext cx="0" cy="0"/>
          <a:chOff x="0" y="0"/>
          <a:chExt cx="0" cy="0"/>
        </a:xfrm>
      </p:grpSpPr>
      <p:sp>
        <p:nvSpPr>
          <p:cNvPr id="2" name="Title 1"/>
          <p:cNvSpPr>
            <a:spLocks noGrp="1"/>
          </p:cNvSpPr>
          <p:nvPr>
            <p:ph type="title"/>
          </p:nvPr>
        </p:nvSpPr>
        <p:spPr>
          <a:xfrm>
            <a:off x="304793" y="0"/>
            <a:ext cx="10972800" cy="841248"/>
          </a:xfrm>
        </p:spPr>
        <p:txBody>
          <a:bodyPr/>
          <a:lstStyle/>
          <a:p>
            <a:r>
              <a:rPr lang="en-US"/>
              <a:t>Click to edit Master title style</a:t>
            </a:r>
          </a:p>
        </p:txBody>
      </p:sp>
      <p:sp>
        <p:nvSpPr>
          <p:cNvPr id="4" name="Text Placeholder 3"/>
          <p:cNvSpPr>
            <a:spLocks noGrp="1"/>
          </p:cNvSpPr>
          <p:nvPr>
            <p:ph type="body" sz="quarter" idx="10"/>
          </p:nvPr>
        </p:nvSpPr>
        <p:spPr>
          <a:xfrm>
            <a:off x="304793" y="992996"/>
            <a:ext cx="10972800" cy="726077"/>
          </a:xfrm>
        </p:spPr>
        <p:txBody>
          <a:bodyPr/>
          <a:lstStyle>
            <a:lvl1pPr>
              <a:defRPr sz="1600" i="1">
                <a:latin typeface="Calibri" pitchFamily="34" charset="0"/>
                <a:cs typeface="Calibri" pitchFamily="34" charset="0"/>
              </a:defRPr>
            </a:lvl1pPr>
            <a:lvl2pPr marL="342900" indent="-228600">
              <a:buSzPct val="100000"/>
              <a:buFont typeface="Arial" pitchFamily="34" charset="0"/>
              <a:buChar char="•"/>
              <a:defRPr sz="1600" i="1">
                <a:latin typeface="Calibri" pitchFamily="34" charset="0"/>
                <a:cs typeface="Calibri" pitchFamily="34" charset="0"/>
              </a:defRPr>
            </a:lvl2pPr>
            <a:lvl3pPr>
              <a:defRPr sz="1600" i="1">
                <a:latin typeface="Calibri" pitchFamily="34" charset="0"/>
                <a:cs typeface="Calibri" pitchFamily="34" charset="0"/>
              </a:defRPr>
            </a:lvl3pPr>
            <a:lvl4pPr>
              <a:defRPr sz="1400" i="1">
                <a:latin typeface="Calibri" pitchFamily="34" charset="0"/>
                <a:cs typeface="Calibri" pitchFamily="34" charset="0"/>
              </a:defRPr>
            </a:lvl4pPr>
            <a:lvl5pPr>
              <a:defRPr sz="1400" i="1">
                <a:latin typeface="Calibri" pitchFamily="34" charset="0"/>
                <a:cs typeface="Calibri"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1965656"/>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userDrawn="1">
  <p:cSld name="2_Title, subtitle, 1 column text with char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noProof="0"/>
              <a:t>Click to edit Master title style</a:t>
            </a:r>
          </a:p>
        </p:txBody>
      </p:sp>
    </p:spTree>
    <p:extLst>
      <p:ext uri="{BB962C8B-B14F-4D97-AF65-F5344CB8AC3E}">
        <p14:creationId xmlns:p14="http://schemas.microsoft.com/office/powerpoint/2010/main" val="3777405239"/>
      </p:ext>
    </p:extLst>
  </p:cSld>
  <p:clrMapOvr>
    <a:masterClrMapping/>
  </p:clrMapOvr>
  <p:transition>
    <p:fade/>
  </p:transition>
</p:sldLayout>
</file>

<file path=ppt/slideLayouts/slideLayout240.xml><?xml version="1.0" encoding="utf-8"?>
<p:sldLayout xmlns:a="http://schemas.openxmlformats.org/drawingml/2006/main" xmlns:r="http://schemas.openxmlformats.org/officeDocument/2006/relationships" xmlns:p="http://schemas.openxmlformats.org/presentationml/2006/main" showMasterSp="0" preserve="1" userDrawn="1">
  <p:cSld name="5_Title Slide -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i="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7" name="Picture Placeholder 8">
            <a:extLst>
              <a:ext uri="{FF2B5EF4-FFF2-40B4-BE49-F238E27FC236}">
                <a16:creationId xmlns:a16="http://schemas.microsoft.com/office/drawing/2014/main" id="{AA5D9D6B-8AE5-40BD-B06B-DB5F7F3841FC}"/>
              </a:ext>
            </a:extLst>
          </p:cNvPr>
          <p:cNvSpPr>
            <a:spLocks noGrp="1"/>
          </p:cNvSpPr>
          <p:nvPr>
            <p:ph type="pic" sz="quarter" idx="11"/>
          </p:nvPr>
        </p:nvSpPr>
        <p:spPr>
          <a:xfrm>
            <a:off x="3316942" y="688848"/>
            <a:ext cx="5562600" cy="5556504"/>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380270936"/>
      </p:ext>
    </p:extLst>
  </p:cSld>
  <p:clrMapOvr>
    <a:masterClrMapping/>
  </p:clrMapOvr>
  <p:transition>
    <p:fade/>
  </p:transition>
  <p:extLst>
    <p:ext uri="{DCECCB84-F9BA-43D5-87BE-67443E8EF086}">
      <p15:sldGuideLst xmlns:p15="http://schemas.microsoft.com/office/powerpoint/2012/main"/>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age Image">
    <p:bg bwMode="gray">
      <p:bgPr>
        <a:solidFill>
          <a:schemeClr val="bg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6095448" y="0"/>
            <a:ext cx="6096552" cy="6858000"/>
          </a:xfrm>
          <a:prstGeom prst="rect">
            <a:avLst/>
          </a:prstGeom>
        </p:spPr>
        <p:txBody>
          <a:bodyPr/>
          <a:lstStyle>
            <a:lvl1pPr>
              <a:defRPr>
                <a:solidFill>
                  <a:schemeClr val="tx1"/>
                </a:solidFill>
              </a:defRPr>
            </a:lvl1pPr>
          </a:lstStyle>
          <a:p>
            <a:r>
              <a:rPr lang="en-US" noProof="0"/>
              <a:t>Click icon to add picture</a:t>
            </a:r>
          </a:p>
        </p:txBody>
      </p:sp>
      <p:sp>
        <p:nvSpPr>
          <p:cNvPr id="30" name="Title 1">
            <a:extLst>
              <a:ext uri="{FF2B5EF4-FFF2-40B4-BE49-F238E27FC236}">
                <a16:creationId xmlns:a16="http://schemas.microsoft.com/office/drawing/2014/main" id="{33F3218B-282D-9C42-A036-99F9AA02CD99}"/>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i="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31" name="Text Placeholder 4">
            <a:extLst>
              <a:ext uri="{FF2B5EF4-FFF2-40B4-BE49-F238E27FC236}">
                <a16:creationId xmlns:a16="http://schemas.microsoft.com/office/drawing/2014/main" id="{6707EF1E-C66B-E943-9968-239C2FC47741}"/>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32" name="Group 31">
            <a:extLst>
              <a:ext uri="{FF2B5EF4-FFF2-40B4-BE49-F238E27FC236}">
                <a16:creationId xmlns:a16="http://schemas.microsoft.com/office/drawing/2014/main" id="{7A31D534-3B30-8D41-B7D4-FBA1E96B9370}"/>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33" name="Oval 5">
              <a:extLst>
                <a:ext uri="{FF2B5EF4-FFF2-40B4-BE49-F238E27FC236}">
                  <a16:creationId xmlns:a16="http://schemas.microsoft.com/office/drawing/2014/main" id="{F9EAE4C2-FDC3-2248-92D0-DFF9B0BEE7CF}"/>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4" name="Freeform 6">
              <a:extLst>
                <a:ext uri="{FF2B5EF4-FFF2-40B4-BE49-F238E27FC236}">
                  <a16:creationId xmlns:a16="http://schemas.microsoft.com/office/drawing/2014/main" id="{529BA35E-28CE-324A-83CC-26EEBFA707C0}"/>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5" name="Rectangle 7">
              <a:extLst>
                <a:ext uri="{FF2B5EF4-FFF2-40B4-BE49-F238E27FC236}">
                  <a16:creationId xmlns:a16="http://schemas.microsoft.com/office/drawing/2014/main" id="{A92355DF-C977-A24D-9C71-968724D691AC}"/>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6" name="Freeform 8">
              <a:extLst>
                <a:ext uri="{FF2B5EF4-FFF2-40B4-BE49-F238E27FC236}">
                  <a16:creationId xmlns:a16="http://schemas.microsoft.com/office/drawing/2014/main" id="{1707270F-3667-1E45-9FD7-EB61B63D469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7" name="Rectangle 9">
              <a:extLst>
                <a:ext uri="{FF2B5EF4-FFF2-40B4-BE49-F238E27FC236}">
                  <a16:creationId xmlns:a16="http://schemas.microsoft.com/office/drawing/2014/main" id="{9357A920-993E-A84F-84F0-E0F8B717A2F7}"/>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8" name="Rectangle 10">
              <a:extLst>
                <a:ext uri="{FF2B5EF4-FFF2-40B4-BE49-F238E27FC236}">
                  <a16:creationId xmlns:a16="http://schemas.microsoft.com/office/drawing/2014/main" id="{B417042F-8074-284D-812F-0F4F1687251C}"/>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39" name="Freeform 11">
              <a:extLst>
                <a:ext uri="{FF2B5EF4-FFF2-40B4-BE49-F238E27FC236}">
                  <a16:creationId xmlns:a16="http://schemas.microsoft.com/office/drawing/2014/main" id="{F670A509-E09A-F247-B8D8-A59F8C40507A}"/>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2">
              <a:extLst>
                <a:ext uri="{FF2B5EF4-FFF2-40B4-BE49-F238E27FC236}">
                  <a16:creationId xmlns:a16="http://schemas.microsoft.com/office/drawing/2014/main" id="{4A1E327F-AA16-DD4F-B777-D8DD85C29BFE}"/>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2" name="Freeform 13">
              <a:extLst>
                <a:ext uri="{FF2B5EF4-FFF2-40B4-BE49-F238E27FC236}">
                  <a16:creationId xmlns:a16="http://schemas.microsoft.com/office/drawing/2014/main" id="{00AC5D30-250C-DD44-9A96-6826F7513B68}"/>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3" name="Freeform 14">
              <a:extLst>
                <a:ext uri="{FF2B5EF4-FFF2-40B4-BE49-F238E27FC236}">
                  <a16:creationId xmlns:a16="http://schemas.microsoft.com/office/drawing/2014/main" id="{B0F843B4-8C16-4E4A-BAD2-35EF79342CE6}"/>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Tree>
    <p:extLst>
      <p:ext uri="{BB962C8B-B14F-4D97-AF65-F5344CB8AC3E}">
        <p14:creationId xmlns:p14="http://schemas.microsoft.com/office/powerpoint/2010/main" val="4137834679"/>
      </p:ext>
    </p:extLst>
  </p:cSld>
  <p:clrMapOvr>
    <a:masterClrMapping/>
  </p:clrMapOvr>
  <p:transition>
    <p:fade/>
  </p:transition>
  <p:extLst>
    <p:ext uri="{DCECCB84-F9BA-43D5-87BE-67443E8EF086}">
      <p15:sldGuideLst xmlns:p15="http://schemas.microsoft.com/office/powerpoint/2012/main"/>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6095448" y="0"/>
            <a:ext cx="6096552" cy="6858000"/>
          </a:xfrm>
          <a:prstGeom prst="rect">
            <a:avLst/>
          </a:prstGeom>
        </p:spPr>
        <p:txBody>
          <a:bodyPr/>
          <a:lstStyle>
            <a:lvl1pPr>
              <a:defRPr>
                <a:solidFill>
                  <a:schemeClr val="bg1"/>
                </a:solidFill>
              </a:defRPr>
            </a:lvl1pPr>
          </a:lstStyle>
          <a:p>
            <a:r>
              <a:rPr lang="en-US" noProof="0"/>
              <a:t>Click icon to add picture</a:t>
            </a:r>
          </a:p>
        </p:txBody>
      </p:sp>
      <p:sp>
        <p:nvSpPr>
          <p:cNvPr id="28" name="Text Placeholder 4">
            <a:extLst>
              <a:ext uri="{FF2B5EF4-FFF2-40B4-BE49-F238E27FC236}">
                <a16:creationId xmlns:a16="http://schemas.microsoft.com/office/drawing/2014/main" id="{7843742C-26CB-411F-8564-50309241988E}"/>
              </a:ext>
            </a:extLst>
          </p:cNvPr>
          <p:cNvSpPr>
            <a:spLocks noGrp="1"/>
          </p:cNvSpPr>
          <p:nvPr>
            <p:ph type="body" sz="quarter" idx="10"/>
          </p:nvPr>
        </p:nvSpPr>
        <p:spPr>
          <a:xfrm>
            <a:off x="463296" y="6364224"/>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29" name="Title 1">
            <a:extLst>
              <a:ext uri="{FF2B5EF4-FFF2-40B4-BE49-F238E27FC236}">
                <a16:creationId xmlns:a16="http://schemas.microsoft.com/office/drawing/2014/main" id="{A7C729B7-24CD-4887-BCB2-9B9E69736AAE}"/>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i="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grpSp>
        <p:nvGrpSpPr>
          <p:cNvPr id="18" name="Group 17">
            <a:extLst>
              <a:ext uri="{FF2B5EF4-FFF2-40B4-BE49-F238E27FC236}">
                <a16:creationId xmlns:a16="http://schemas.microsoft.com/office/drawing/2014/main" id="{A2ADDA35-0590-4771-9879-88CE0238551F}"/>
              </a:ext>
            </a:extLst>
          </p:cNvPr>
          <p:cNvGrpSpPr/>
          <p:nvPr userDrawn="1"/>
        </p:nvGrpSpPr>
        <p:grpSpPr>
          <a:xfrm>
            <a:off x="463296" y="341312"/>
            <a:ext cx="1819656" cy="347472"/>
            <a:chOff x="398463" y="404813"/>
            <a:chExt cx="1627187" cy="307976"/>
          </a:xfrm>
          <a:solidFill>
            <a:schemeClr val="bg1"/>
          </a:solidFill>
        </p:grpSpPr>
        <p:sp>
          <p:nvSpPr>
            <p:cNvPr id="19" name="Oval 5">
              <a:extLst>
                <a:ext uri="{FF2B5EF4-FFF2-40B4-BE49-F238E27FC236}">
                  <a16:creationId xmlns:a16="http://schemas.microsoft.com/office/drawing/2014/main" id="{3FD17B1A-A918-439D-AFAD-ECE9421735FC}"/>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0" name="Freeform 6">
              <a:extLst>
                <a:ext uri="{FF2B5EF4-FFF2-40B4-BE49-F238E27FC236}">
                  <a16:creationId xmlns:a16="http://schemas.microsoft.com/office/drawing/2014/main" id="{79359716-9ACF-4041-A7F0-2E04E36D8614}"/>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1" name="Rectangle 7">
              <a:extLst>
                <a:ext uri="{FF2B5EF4-FFF2-40B4-BE49-F238E27FC236}">
                  <a16:creationId xmlns:a16="http://schemas.microsoft.com/office/drawing/2014/main" id="{EE3C6AB2-FF26-4D74-983F-E8C9540B703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2" name="Freeform 8">
              <a:extLst>
                <a:ext uri="{FF2B5EF4-FFF2-40B4-BE49-F238E27FC236}">
                  <a16:creationId xmlns:a16="http://schemas.microsoft.com/office/drawing/2014/main" id="{B600C838-AB18-404F-AF64-5BE6309AC231}"/>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3" name="Rectangle 9">
              <a:extLst>
                <a:ext uri="{FF2B5EF4-FFF2-40B4-BE49-F238E27FC236}">
                  <a16:creationId xmlns:a16="http://schemas.microsoft.com/office/drawing/2014/main" id="{37EF79B8-3321-4A68-A438-F7CA9AB20D0A}"/>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4" name="Rectangle 10">
              <a:extLst>
                <a:ext uri="{FF2B5EF4-FFF2-40B4-BE49-F238E27FC236}">
                  <a16:creationId xmlns:a16="http://schemas.microsoft.com/office/drawing/2014/main" id="{9EB266B0-2723-40E9-BD24-9B88F113710A}"/>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5" name="Freeform 11">
              <a:extLst>
                <a:ext uri="{FF2B5EF4-FFF2-40B4-BE49-F238E27FC236}">
                  <a16:creationId xmlns:a16="http://schemas.microsoft.com/office/drawing/2014/main" id="{90C5C28F-BB95-44AD-9700-55D9AE2BE2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6" name="Freeform 12">
              <a:extLst>
                <a:ext uri="{FF2B5EF4-FFF2-40B4-BE49-F238E27FC236}">
                  <a16:creationId xmlns:a16="http://schemas.microsoft.com/office/drawing/2014/main" id="{42500885-66FF-4752-A3E1-7C0FA9778A8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7" name="Freeform 13">
              <a:extLst>
                <a:ext uri="{FF2B5EF4-FFF2-40B4-BE49-F238E27FC236}">
                  <a16:creationId xmlns:a16="http://schemas.microsoft.com/office/drawing/2014/main" id="{165DB8AE-A24F-4086-963B-1C7F379D2166}"/>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1" name="Freeform 14">
              <a:extLst>
                <a:ext uri="{FF2B5EF4-FFF2-40B4-BE49-F238E27FC236}">
                  <a16:creationId xmlns:a16="http://schemas.microsoft.com/office/drawing/2014/main" id="{282083A4-2C11-43E4-9516-9622E1E74D9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Tree>
    <p:extLst>
      <p:ext uri="{BB962C8B-B14F-4D97-AF65-F5344CB8AC3E}">
        <p14:creationId xmlns:p14="http://schemas.microsoft.com/office/powerpoint/2010/main" val="1331324624"/>
      </p:ext>
    </p:extLst>
  </p:cSld>
  <p:clrMapOvr>
    <a:masterClrMapping/>
  </p:clrMapOvr>
  <p:transition>
    <p:fade/>
  </p:transition>
  <p:extLst>
    <p:ext uri="{DCECCB84-F9BA-43D5-87BE-67443E8EF086}">
      <p15:sldGuideLst xmlns:p15="http://schemas.microsoft.com/office/powerpoint/2012/main"/>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showMasterSp="0" preserve="1" userDrawn="1">
  <p:cSld name="Title Slide - Crop Circle with text">
    <p:bg bwMode="gray">
      <p:bgPr>
        <a:solidFill>
          <a:schemeClr val="bg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8B9DDECB-90E6-4132-BCD8-24EBC3764DB9}"/>
              </a:ext>
            </a:extLst>
          </p:cNvPr>
          <p:cNvSpPr>
            <a:spLocks noGrp="1"/>
          </p:cNvSpPr>
          <p:nvPr>
            <p:ph type="pic" sz="quarter" idx="11"/>
          </p:nvPr>
        </p:nvSpPr>
        <p:spPr>
          <a:xfrm>
            <a:off x="5326476" y="0"/>
            <a:ext cx="6865524" cy="6858000"/>
          </a:xfrm>
          <a:prstGeom prst="rect">
            <a:avLst/>
          </a:prstGeom>
        </p:spPr>
        <p:txBody>
          <a:bodyPr/>
          <a:lstStyle/>
          <a:p>
            <a:r>
              <a:rPr lang="en-US" noProof="0"/>
              <a:t>Click icon to add picture</a:t>
            </a:r>
          </a:p>
        </p:txBody>
      </p:sp>
      <p:grpSp>
        <p:nvGrpSpPr>
          <p:cNvPr id="18" name="Group 17">
            <a:extLst>
              <a:ext uri="{FF2B5EF4-FFF2-40B4-BE49-F238E27FC236}">
                <a16:creationId xmlns:a16="http://schemas.microsoft.com/office/drawing/2014/main" id="{C68220B9-53D3-434F-999D-90F07DAA2325}"/>
              </a:ext>
            </a:extLst>
          </p:cNvPr>
          <p:cNvGrpSpPr>
            <a:grpSpLocks noChangeAspect="1"/>
          </p:cNvGrpSpPr>
          <p:nvPr userDrawn="1"/>
        </p:nvGrpSpPr>
        <p:grpSpPr>
          <a:xfrm>
            <a:off x="460541" y="344137"/>
            <a:ext cx="1819109" cy="345828"/>
            <a:chOff x="398463" y="404813"/>
            <a:chExt cx="1627187" cy="307976"/>
          </a:xfrm>
          <a:solidFill>
            <a:schemeClr val="tx1"/>
          </a:solidFill>
        </p:grpSpPr>
        <p:sp>
          <p:nvSpPr>
            <p:cNvPr id="19" name="Oval 5">
              <a:extLst>
                <a:ext uri="{FF2B5EF4-FFF2-40B4-BE49-F238E27FC236}">
                  <a16:creationId xmlns:a16="http://schemas.microsoft.com/office/drawing/2014/main" id="{8B229135-140E-4C82-9088-DB80D93F74F4}"/>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0" name="Freeform 6">
              <a:extLst>
                <a:ext uri="{FF2B5EF4-FFF2-40B4-BE49-F238E27FC236}">
                  <a16:creationId xmlns:a16="http://schemas.microsoft.com/office/drawing/2014/main" id="{C0B69BD4-36A4-4DB1-B5FD-89FB06A52E69}"/>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1" name="Rectangle 7">
              <a:extLst>
                <a:ext uri="{FF2B5EF4-FFF2-40B4-BE49-F238E27FC236}">
                  <a16:creationId xmlns:a16="http://schemas.microsoft.com/office/drawing/2014/main" id="{49F4DC4F-9DBA-44B7-B892-0083CA88927E}"/>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2" name="Freeform 8">
              <a:extLst>
                <a:ext uri="{FF2B5EF4-FFF2-40B4-BE49-F238E27FC236}">
                  <a16:creationId xmlns:a16="http://schemas.microsoft.com/office/drawing/2014/main" id="{67D5F0A5-5E6C-4963-9090-4DAF5F01D2A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3" name="Rectangle 9">
              <a:extLst>
                <a:ext uri="{FF2B5EF4-FFF2-40B4-BE49-F238E27FC236}">
                  <a16:creationId xmlns:a16="http://schemas.microsoft.com/office/drawing/2014/main" id="{22C7545E-5780-4586-9808-699BCCFD7CE9}"/>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4" name="Rectangle 10">
              <a:extLst>
                <a:ext uri="{FF2B5EF4-FFF2-40B4-BE49-F238E27FC236}">
                  <a16:creationId xmlns:a16="http://schemas.microsoft.com/office/drawing/2014/main" id="{489CD93F-3551-40B6-A00B-6CC2A8F5F4EE}"/>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5" name="Freeform 11">
              <a:extLst>
                <a:ext uri="{FF2B5EF4-FFF2-40B4-BE49-F238E27FC236}">
                  <a16:creationId xmlns:a16="http://schemas.microsoft.com/office/drawing/2014/main" id="{B6557C16-D6D6-4B71-81E6-ADCF6CEB19B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6" name="Freeform 12">
              <a:extLst>
                <a:ext uri="{FF2B5EF4-FFF2-40B4-BE49-F238E27FC236}">
                  <a16:creationId xmlns:a16="http://schemas.microsoft.com/office/drawing/2014/main" id="{E187CACC-821A-4265-91F5-84823A98F3C5}"/>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29" name="Freeform 13">
              <a:extLst>
                <a:ext uri="{FF2B5EF4-FFF2-40B4-BE49-F238E27FC236}">
                  <a16:creationId xmlns:a16="http://schemas.microsoft.com/office/drawing/2014/main" id="{31AAFBBA-1DE2-4D95-9B71-B343B1065043}"/>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sp>
          <p:nvSpPr>
            <p:cNvPr id="40" name="Freeform 14">
              <a:extLst>
                <a:ext uri="{FF2B5EF4-FFF2-40B4-BE49-F238E27FC236}">
                  <a16:creationId xmlns:a16="http://schemas.microsoft.com/office/drawing/2014/main" id="{D7679E8F-E1FF-41C4-93DF-F6A97D92D117}"/>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endParaRPr>
            </a:p>
          </p:txBody>
        </p:sp>
      </p:grpSp>
      <p:sp>
        <p:nvSpPr>
          <p:cNvPr id="41" name="Title 1">
            <a:extLst>
              <a:ext uri="{FF2B5EF4-FFF2-40B4-BE49-F238E27FC236}">
                <a16:creationId xmlns:a16="http://schemas.microsoft.com/office/drawing/2014/main" id="{70F15D73-40F4-4F95-9E2A-7A67F615DB4A}"/>
              </a:ext>
            </a:extLst>
          </p:cNvPr>
          <p:cNvSpPr>
            <a:spLocks noGrp="1"/>
          </p:cNvSpPr>
          <p:nvPr>
            <p:ph type="ctrTitle"/>
          </p:nvPr>
        </p:nvSpPr>
        <p:spPr bwMode="gray">
          <a:xfrm>
            <a:off x="457201" y="5186209"/>
            <a:ext cx="4490721" cy="895983"/>
          </a:xfrm>
          <a:prstGeom prst="rect">
            <a:avLst/>
          </a:prstGeom>
        </p:spPr>
        <p:txBody>
          <a:bodyPr anchor="b" anchorCtr="0">
            <a:noAutofit/>
          </a:bodyPr>
          <a:lstStyle>
            <a:lvl1pPr algn="l">
              <a:lnSpc>
                <a:spcPts val="3200"/>
              </a:lnSpc>
              <a:defRPr sz="3200" b="0" i="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44" name="Text Placeholder 4">
            <a:extLst>
              <a:ext uri="{FF2B5EF4-FFF2-40B4-BE49-F238E27FC236}">
                <a16:creationId xmlns:a16="http://schemas.microsoft.com/office/drawing/2014/main" id="{E65ED79E-D6FD-4D90-9073-C8776CB6AD10}"/>
              </a:ext>
            </a:extLst>
          </p:cNvPr>
          <p:cNvSpPr>
            <a:spLocks noGrp="1"/>
          </p:cNvSpPr>
          <p:nvPr>
            <p:ph type="body" sz="quarter" idx="10"/>
          </p:nvPr>
        </p:nvSpPr>
        <p:spPr>
          <a:xfrm>
            <a:off x="457201" y="6365848"/>
            <a:ext cx="4490721" cy="273050"/>
          </a:xfrm>
          <a:prstGeom prst="rect">
            <a:avLst/>
          </a:prstGeom>
        </p:spPr>
        <p:txBody>
          <a:bodyPr anchor="t">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Tree>
    <p:extLst>
      <p:ext uri="{BB962C8B-B14F-4D97-AF65-F5344CB8AC3E}">
        <p14:creationId xmlns:p14="http://schemas.microsoft.com/office/powerpoint/2010/main" val="1248854618"/>
      </p:ext>
    </p:extLst>
  </p:cSld>
  <p:clrMapOvr>
    <a:masterClrMapping/>
  </p:clrMapOvr>
  <p:transition>
    <p:fade/>
  </p:transition>
  <p:extLst>
    <p:ext uri="{DCECCB84-F9BA-43D5-87BE-67443E8EF086}">
      <p15:sldGuideLst xmlns:p15="http://schemas.microsoft.com/office/powerpoint/2012/main"/>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showMasterSp="0" preserve="1" userDrawn="1">
  <p:cSld name="Title Slide - Crop Circle with text Black">
    <p:bg bwMode="gray">
      <p:bgPr>
        <a:solidFill>
          <a:schemeClr val="tx1"/>
        </a:solidFill>
        <a:effectLst/>
      </p:bgPr>
    </p:bg>
    <p:spTree>
      <p:nvGrpSpPr>
        <p:cNvPr id="1" name=""/>
        <p:cNvGrpSpPr/>
        <p:nvPr/>
      </p:nvGrpSpPr>
      <p:grpSpPr>
        <a:xfrm>
          <a:off x="0" y="0"/>
          <a:ext cx="0" cy="0"/>
          <a:chOff x="0" y="0"/>
          <a:chExt cx="0" cy="0"/>
        </a:xfrm>
      </p:grpSpPr>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463296" y="6365848"/>
            <a:ext cx="4446269" cy="273050"/>
          </a:xfrm>
          <a:prstGeom prst="rect">
            <a:avLst/>
          </a:prstGeom>
        </p:spPr>
        <p:txBody>
          <a:bodyPr anchor="t">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7" name="Group 26">
            <a:extLst>
              <a:ext uri="{FF2B5EF4-FFF2-40B4-BE49-F238E27FC236}">
                <a16:creationId xmlns:a16="http://schemas.microsoft.com/office/drawing/2014/main" id="{B6F50CF5-77BF-459B-9A79-3C4CC22A0F3A}"/>
              </a:ext>
            </a:extLst>
          </p:cNvPr>
          <p:cNvGrpSpPr/>
          <p:nvPr userDrawn="1"/>
        </p:nvGrpSpPr>
        <p:grpSpPr>
          <a:xfrm>
            <a:off x="463296" y="341312"/>
            <a:ext cx="1819656" cy="347472"/>
            <a:chOff x="398463" y="404813"/>
            <a:chExt cx="1627187" cy="307976"/>
          </a:xfrm>
          <a:solidFill>
            <a:schemeClr val="bg1"/>
          </a:solidFill>
        </p:grpSpPr>
        <p:sp>
          <p:nvSpPr>
            <p:cNvPr id="28" name="Oval 5">
              <a:extLst>
                <a:ext uri="{FF2B5EF4-FFF2-40B4-BE49-F238E27FC236}">
                  <a16:creationId xmlns:a16="http://schemas.microsoft.com/office/drawing/2014/main" id="{E9128BED-07B9-451E-B858-7CC1141471B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29" name="Freeform 6">
              <a:extLst>
                <a:ext uri="{FF2B5EF4-FFF2-40B4-BE49-F238E27FC236}">
                  <a16:creationId xmlns:a16="http://schemas.microsoft.com/office/drawing/2014/main" id="{C68196BA-7D11-4539-BDF9-983E22D34232}"/>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4" name="Rectangle 7">
              <a:extLst>
                <a:ext uri="{FF2B5EF4-FFF2-40B4-BE49-F238E27FC236}">
                  <a16:creationId xmlns:a16="http://schemas.microsoft.com/office/drawing/2014/main" id="{42AF1C77-6287-4499-B04A-87B27165DE90}"/>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5" name="Freeform 8">
              <a:extLst>
                <a:ext uri="{FF2B5EF4-FFF2-40B4-BE49-F238E27FC236}">
                  <a16:creationId xmlns:a16="http://schemas.microsoft.com/office/drawing/2014/main" id="{25579AED-BEB3-43B3-8ED1-4F00DD4BD00F}"/>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6" name="Rectangle 9">
              <a:extLst>
                <a:ext uri="{FF2B5EF4-FFF2-40B4-BE49-F238E27FC236}">
                  <a16:creationId xmlns:a16="http://schemas.microsoft.com/office/drawing/2014/main" id="{E45E9D0B-F5C0-4893-92F0-D69A666C1B0B}"/>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7" name="Rectangle 10">
              <a:extLst>
                <a:ext uri="{FF2B5EF4-FFF2-40B4-BE49-F238E27FC236}">
                  <a16:creationId xmlns:a16="http://schemas.microsoft.com/office/drawing/2014/main" id="{DE5C210F-0B06-4949-8E4D-64301D93E9D9}"/>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8" name="Freeform 11">
              <a:extLst>
                <a:ext uri="{FF2B5EF4-FFF2-40B4-BE49-F238E27FC236}">
                  <a16:creationId xmlns:a16="http://schemas.microsoft.com/office/drawing/2014/main" id="{F24B8B3C-D0AE-4485-8A30-2C7813EFDEE1}"/>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49" name="Freeform 12">
              <a:extLst>
                <a:ext uri="{FF2B5EF4-FFF2-40B4-BE49-F238E27FC236}">
                  <a16:creationId xmlns:a16="http://schemas.microsoft.com/office/drawing/2014/main" id="{0DD172EE-B893-46D5-9A64-6715E431296D}"/>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0" name="Freeform 13">
              <a:extLst>
                <a:ext uri="{FF2B5EF4-FFF2-40B4-BE49-F238E27FC236}">
                  <a16:creationId xmlns:a16="http://schemas.microsoft.com/office/drawing/2014/main" id="{41641FDD-35E1-4F42-B99C-FFA6812569B0}"/>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sp>
          <p:nvSpPr>
            <p:cNvPr id="51" name="Freeform 14">
              <a:extLst>
                <a:ext uri="{FF2B5EF4-FFF2-40B4-BE49-F238E27FC236}">
                  <a16:creationId xmlns:a16="http://schemas.microsoft.com/office/drawing/2014/main" id="{DFE30DEA-FA20-4812-875C-D70A3CA3F5F2}"/>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endParaRPr>
            </a:p>
          </p:txBody>
        </p:sp>
      </p:grpSp>
      <p:sp>
        <p:nvSpPr>
          <p:cNvPr id="53" name="Title 1">
            <a:extLst>
              <a:ext uri="{FF2B5EF4-FFF2-40B4-BE49-F238E27FC236}">
                <a16:creationId xmlns:a16="http://schemas.microsoft.com/office/drawing/2014/main" id="{647FBB06-57A1-478F-8BCE-57D05265516A}"/>
              </a:ext>
            </a:extLst>
          </p:cNvPr>
          <p:cNvSpPr>
            <a:spLocks noGrp="1"/>
          </p:cNvSpPr>
          <p:nvPr>
            <p:ph type="ctrTitle"/>
          </p:nvPr>
        </p:nvSpPr>
        <p:spPr bwMode="gray">
          <a:xfrm>
            <a:off x="463296" y="5186209"/>
            <a:ext cx="4446269" cy="895983"/>
          </a:xfrm>
          <a:prstGeom prst="rect">
            <a:avLst/>
          </a:prstGeom>
        </p:spPr>
        <p:txBody>
          <a:bodyPr anchor="b" anchorCtr="0">
            <a:noAutofit/>
          </a:bodyPr>
          <a:lstStyle>
            <a:lvl1pPr algn="l">
              <a:lnSpc>
                <a:spcPts val="3200"/>
              </a:lnSpc>
              <a:defRPr sz="3200" b="0" i="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p>
        </p:txBody>
      </p:sp>
      <p:sp>
        <p:nvSpPr>
          <p:cNvPr id="16" name="Picture Placeholder 8">
            <a:extLst>
              <a:ext uri="{FF2B5EF4-FFF2-40B4-BE49-F238E27FC236}">
                <a16:creationId xmlns:a16="http://schemas.microsoft.com/office/drawing/2014/main" id="{5F52D250-AC77-534C-8E2A-4D394DFE3BC7}"/>
              </a:ext>
            </a:extLst>
          </p:cNvPr>
          <p:cNvSpPr>
            <a:spLocks noGrp="1"/>
          </p:cNvSpPr>
          <p:nvPr>
            <p:ph type="pic" sz="quarter" idx="11"/>
          </p:nvPr>
        </p:nvSpPr>
        <p:spPr>
          <a:xfrm>
            <a:off x="5326476" y="0"/>
            <a:ext cx="6865524" cy="6858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506504059"/>
      </p:ext>
    </p:extLst>
  </p:cSld>
  <p:clrMapOvr>
    <a:masterClrMapping/>
  </p:clrMapOvr>
  <p:transition>
    <p:fade/>
  </p:transition>
  <p:extLst>
    <p:ext uri="{DCECCB84-F9BA-43D5-87BE-67443E8EF086}">
      <p15:sldGuideLst xmlns:p15="http://schemas.microsoft.com/office/powerpoint/2012/main"/>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2_2 columns - large">
    <p:spTree>
      <p:nvGrpSpPr>
        <p:cNvPr id="1" name=""/>
        <p:cNvGrpSpPr/>
        <p:nvPr/>
      </p:nvGrpSpPr>
      <p:grpSpPr>
        <a:xfrm>
          <a:off x="0" y="0"/>
          <a:ext cx="0" cy="0"/>
          <a:chOff x="0" y="0"/>
          <a:chExt cx="0" cy="0"/>
        </a:xfrm>
      </p:grpSpPr>
      <p:sp>
        <p:nvSpPr>
          <p:cNvPr id="21" name="Text Placeholder 8">
            <a:extLst>
              <a:ext uri="{FF2B5EF4-FFF2-40B4-BE49-F238E27FC236}">
                <a16:creationId xmlns:a16="http://schemas.microsoft.com/office/drawing/2014/main" id="{59A021DD-F549-41C3-B366-CFCBDD85997E}"/>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2" name="Title Placeholder 1">
            <a:extLst>
              <a:ext uri="{FF2B5EF4-FFF2-40B4-BE49-F238E27FC236}">
                <a16:creationId xmlns:a16="http://schemas.microsoft.com/office/drawing/2014/main" id="{ECC1F342-3C5A-4884-B063-1F96DE727F3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p:nvPr>
        </p:nvSpPr>
        <p:spPr>
          <a:xfrm>
            <a:off x="463296" y="1719072"/>
            <a:ext cx="5480304" cy="4643628"/>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Content Placeholder 3">
            <a:extLst>
              <a:ext uri="{FF2B5EF4-FFF2-40B4-BE49-F238E27FC236}">
                <a16:creationId xmlns:a16="http://schemas.microsoft.com/office/drawing/2014/main" id="{B2159D59-FAF6-4904-B82D-440C56566D86}"/>
              </a:ext>
            </a:extLst>
          </p:cNvPr>
          <p:cNvSpPr>
            <a:spLocks noGrp="1"/>
          </p:cNvSpPr>
          <p:nvPr>
            <p:ph sz="quarter" idx="14"/>
          </p:nvPr>
        </p:nvSpPr>
        <p:spPr>
          <a:xfrm>
            <a:off x="6260591" y="1714500"/>
            <a:ext cx="5480304" cy="4643628"/>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45852072"/>
      </p:ext>
    </p:extLst>
  </p:cSld>
  <p:clrMapOvr>
    <a:masterClrMapping/>
  </p:clrMapOvr>
  <p:transition>
    <p:fade/>
  </p:transition>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2_Text and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56871" y="2137713"/>
            <a:ext cx="5480304" cy="3983302"/>
          </a:xfrm>
        </p:spPr>
        <p:txBody>
          <a:bodyPr>
            <a:noAutofit/>
          </a:bodyPr>
          <a:lstStyle>
            <a:lvl1pPr>
              <a:defRPr sz="1300"/>
            </a:lvl1pPr>
          </a:lstStyle>
          <a:p>
            <a:r>
              <a:rPr lang="en-US" noProof="0"/>
              <a:t>Click icon to add chart</a:t>
            </a:r>
          </a:p>
        </p:txBody>
      </p:sp>
      <p:sp>
        <p:nvSpPr>
          <p:cNvPr id="6" name="Text Placeholder 5"/>
          <p:cNvSpPr>
            <a:spLocks noGrp="1"/>
          </p:cNvSpPr>
          <p:nvPr>
            <p:ph type="body" sz="quarter" idx="22"/>
          </p:nvPr>
        </p:nvSpPr>
        <p:spPr>
          <a:xfrm>
            <a:off x="6256871" y="1719074"/>
            <a:ext cx="5480304" cy="405940"/>
          </a:xfrm>
        </p:spPr>
        <p:txBody>
          <a:bodyPr>
            <a:noAutofit/>
          </a:bodyPr>
          <a:lstStyle>
            <a:lvl1pPr>
              <a:defRPr sz="1300"/>
            </a:lvl1pPr>
          </a:lstStyle>
          <a:p>
            <a:pPr lvl="0"/>
            <a:r>
              <a:rPr lang="en-US" noProof="0"/>
              <a:t>Click to edit Master text styles</a:t>
            </a:r>
          </a:p>
        </p:txBody>
      </p:sp>
      <p:sp>
        <p:nvSpPr>
          <p:cNvPr id="15" name="Text Placeholder 7"/>
          <p:cNvSpPr>
            <a:spLocks noGrp="1"/>
          </p:cNvSpPr>
          <p:nvPr>
            <p:ph type="body" sz="quarter" idx="23"/>
          </p:nvPr>
        </p:nvSpPr>
        <p:spPr>
          <a:xfrm>
            <a:off x="463297" y="6121016"/>
            <a:ext cx="11273879" cy="241685"/>
          </a:xfrm>
        </p:spPr>
        <p:txBody>
          <a:bodyPr>
            <a:noAutofit/>
          </a:bodyPr>
          <a:lstStyle>
            <a:lvl1pPr>
              <a:spcAft>
                <a:spcPts val="0"/>
              </a:spcAft>
              <a:defRPr sz="900"/>
            </a:lvl1pPr>
          </a:lstStyle>
          <a:p>
            <a:pPr lvl="0"/>
            <a:r>
              <a:rPr lang="en-US"/>
              <a:t>Click to edit Master text styles</a:t>
            </a:r>
          </a:p>
        </p:txBody>
      </p:sp>
      <p:sp>
        <p:nvSpPr>
          <p:cNvPr id="10" name="Text Placeholder 8">
            <a:extLst>
              <a:ext uri="{FF2B5EF4-FFF2-40B4-BE49-F238E27FC236}">
                <a16:creationId xmlns:a16="http://schemas.microsoft.com/office/drawing/2014/main" id="{CD00439A-130B-4E04-85CB-DABD856B2FAA}"/>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1" name="Title Placeholder 1">
            <a:extLst>
              <a:ext uri="{FF2B5EF4-FFF2-40B4-BE49-F238E27FC236}">
                <a16:creationId xmlns:a16="http://schemas.microsoft.com/office/drawing/2014/main" id="{33B9B3F6-9F40-4388-9B79-8E0961AD2B9E}"/>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3" name="Content Placeholder 3">
            <a:extLst>
              <a:ext uri="{FF2B5EF4-FFF2-40B4-BE49-F238E27FC236}">
                <a16:creationId xmlns:a16="http://schemas.microsoft.com/office/drawing/2014/main" id="{81AD6F48-ECFC-4B93-B043-AEA877E0937F}"/>
              </a:ext>
            </a:extLst>
          </p:cNvPr>
          <p:cNvSpPr>
            <a:spLocks noGrp="1"/>
          </p:cNvSpPr>
          <p:nvPr>
            <p:ph sz="quarter" idx="10"/>
          </p:nvPr>
        </p:nvSpPr>
        <p:spPr>
          <a:xfrm>
            <a:off x="463296" y="1719073"/>
            <a:ext cx="5480304" cy="4401943"/>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862337417"/>
      </p:ext>
    </p:extLst>
  </p:cSld>
  <p:clrMapOvr>
    <a:masterClrMapping/>
  </p:clrMapOvr>
  <p:transition>
    <p:fade/>
  </p:transition>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2_2 chart">
    <p:spTree>
      <p:nvGrpSpPr>
        <p:cNvPr id="1" name=""/>
        <p:cNvGrpSpPr/>
        <p:nvPr/>
      </p:nvGrpSpPr>
      <p:grpSpPr>
        <a:xfrm>
          <a:off x="0" y="0"/>
          <a:ext cx="0" cy="0"/>
          <a:chOff x="0" y="0"/>
          <a:chExt cx="0" cy="0"/>
        </a:xfrm>
      </p:grpSpPr>
      <p:sp>
        <p:nvSpPr>
          <p:cNvPr id="6" name="Text Placeholder 5"/>
          <p:cNvSpPr>
            <a:spLocks noGrp="1"/>
          </p:cNvSpPr>
          <p:nvPr>
            <p:ph type="body" sz="quarter" idx="22"/>
          </p:nvPr>
        </p:nvSpPr>
        <p:spPr>
          <a:xfrm>
            <a:off x="6254379" y="1719073"/>
            <a:ext cx="5486516" cy="405939"/>
          </a:xfrm>
        </p:spPr>
        <p:txBody>
          <a:bodyPr>
            <a:noAutofit/>
          </a:bodyPr>
          <a:lstStyle>
            <a:lvl1pPr>
              <a:defRPr sz="1300"/>
            </a:lvl1pPr>
          </a:lstStyle>
          <a:p>
            <a:pPr lvl="0"/>
            <a:r>
              <a:rPr lang="en-US" noProof="0"/>
              <a:t>Click to edit Master text styles</a:t>
            </a:r>
          </a:p>
        </p:txBody>
      </p:sp>
      <p:sp>
        <p:nvSpPr>
          <p:cNvPr id="15" name="Text Placeholder 7"/>
          <p:cNvSpPr>
            <a:spLocks noGrp="1"/>
          </p:cNvSpPr>
          <p:nvPr>
            <p:ph type="body" sz="quarter" idx="23"/>
          </p:nvPr>
        </p:nvSpPr>
        <p:spPr>
          <a:xfrm>
            <a:off x="457201" y="6121016"/>
            <a:ext cx="11277599" cy="241685"/>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460271" y="2125011"/>
            <a:ext cx="5480304" cy="3996002"/>
          </a:xfrm>
        </p:spPr>
        <p:txBody>
          <a:bodyPr>
            <a:noAutofit/>
          </a:bodyPr>
          <a:lstStyle>
            <a:lvl1pPr>
              <a:defRPr sz="1300"/>
            </a:lvl1pPr>
          </a:lstStyle>
          <a:p>
            <a:r>
              <a:rPr lang="en-US"/>
              <a:t>Click icon to add chart</a:t>
            </a:r>
            <a:endParaRPr lang="en-GB"/>
          </a:p>
        </p:txBody>
      </p:sp>
      <p:sp>
        <p:nvSpPr>
          <p:cNvPr id="12" name="Text Placeholder 5"/>
          <p:cNvSpPr>
            <a:spLocks noGrp="1"/>
          </p:cNvSpPr>
          <p:nvPr>
            <p:ph type="body" sz="quarter" idx="25"/>
          </p:nvPr>
        </p:nvSpPr>
        <p:spPr>
          <a:xfrm>
            <a:off x="463296" y="1719073"/>
            <a:ext cx="5480304" cy="405939"/>
          </a:xfrm>
        </p:spPr>
        <p:txBody>
          <a:bodyPr>
            <a:noAutofit/>
          </a:bodyPr>
          <a:lstStyle>
            <a:lvl1pPr>
              <a:defRPr sz="1300"/>
            </a:lvl1pPr>
          </a:lstStyle>
          <a:p>
            <a:pPr lvl="0"/>
            <a:r>
              <a:rPr lang="en-US" noProof="0"/>
              <a:t>Click to edit Master text styles</a:t>
            </a:r>
          </a:p>
        </p:txBody>
      </p:sp>
      <p:sp>
        <p:nvSpPr>
          <p:cNvPr id="11" name="Chart Placeholder 2">
            <a:extLst>
              <a:ext uri="{FF2B5EF4-FFF2-40B4-BE49-F238E27FC236}">
                <a16:creationId xmlns:a16="http://schemas.microsoft.com/office/drawing/2014/main" id="{F1BD57FD-600D-430A-AB0C-89DFCC950E21}"/>
              </a:ext>
            </a:extLst>
          </p:cNvPr>
          <p:cNvSpPr>
            <a:spLocks noGrp="1"/>
          </p:cNvSpPr>
          <p:nvPr>
            <p:ph type="chart" sz="quarter" idx="26"/>
          </p:nvPr>
        </p:nvSpPr>
        <p:spPr>
          <a:xfrm>
            <a:off x="6248403" y="2125011"/>
            <a:ext cx="5486397" cy="3996000"/>
          </a:xfrm>
        </p:spPr>
        <p:txBody>
          <a:bodyPr>
            <a:noAutofit/>
          </a:bodyPr>
          <a:lstStyle>
            <a:lvl1pPr>
              <a:defRPr sz="1300"/>
            </a:lvl1pPr>
          </a:lstStyle>
          <a:p>
            <a:r>
              <a:rPr lang="en-US"/>
              <a:t>Click icon to add chart</a:t>
            </a:r>
            <a:endParaRPr lang="en-GB"/>
          </a:p>
        </p:txBody>
      </p:sp>
      <p:sp>
        <p:nvSpPr>
          <p:cNvPr id="13" name="Text Placeholder 8">
            <a:extLst>
              <a:ext uri="{FF2B5EF4-FFF2-40B4-BE49-F238E27FC236}">
                <a16:creationId xmlns:a16="http://schemas.microsoft.com/office/drawing/2014/main" id="{ACD26822-93FD-4865-A5E4-053695247E8C}"/>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6" name="Title Placeholder 1">
            <a:extLst>
              <a:ext uri="{FF2B5EF4-FFF2-40B4-BE49-F238E27FC236}">
                <a16:creationId xmlns:a16="http://schemas.microsoft.com/office/drawing/2014/main" id="{B7DE9340-98F1-4431-9CA2-BA6425441E8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4025733516"/>
      </p:ext>
    </p:extLst>
  </p:cSld>
  <p:clrMapOvr>
    <a:masterClrMapping/>
  </p:clrMapOvr>
  <p:transition>
    <p:fade/>
  </p:transition>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2_2 column content">
    <p:spTree>
      <p:nvGrpSpPr>
        <p:cNvPr id="1" name=""/>
        <p:cNvGrpSpPr/>
        <p:nvPr/>
      </p:nvGrpSpPr>
      <p:grpSpPr>
        <a:xfrm>
          <a:off x="0" y="0"/>
          <a:ext cx="0" cy="0"/>
          <a:chOff x="0" y="0"/>
          <a:chExt cx="0" cy="0"/>
        </a:xfrm>
      </p:grpSpPr>
      <p:sp>
        <p:nvSpPr>
          <p:cNvPr id="8" name="Content Placeholder 3"/>
          <p:cNvSpPr>
            <a:spLocks noGrp="1"/>
          </p:cNvSpPr>
          <p:nvPr>
            <p:ph sz="quarter" idx="16"/>
          </p:nvPr>
        </p:nvSpPr>
        <p:spPr>
          <a:xfrm>
            <a:off x="5450349" y="1718455"/>
            <a:ext cx="6290545" cy="4716463"/>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834EAC11-4B6F-4989-ADAB-DCA27D91F55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15E83D0-63FA-4C06-8888-31EF80337E8A}"/>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p:nvPr>
        </p:nvSpPr>
        <p:spPr>
          <a:xfrm>
            <a:off x="463296" y="1714500"/>
            <a:ext cx="4413504" cy="4648200"/>
          </a:xfrm>
          <a:prstGeom prst="rect">
            <a:avLst/>
          </a:prstGeom>
        </p:spPr>
        <p:txBody>
          <a:bodyPr>
            <a:noAutofit/>
          </a:bodyPr>
          <a:lstStyle>
            <a:lvl1pPr marL="0" indent="0" algn="l">
              <a:buFontTx/>
              <a:buNone/>
              <a:tabLst>
                <a:tab pos="3771900" algn="r"/>
              </a:tabLst>
              <a:defRPr sz="1300">
                <a:latin typeface="+mn-lt"/>
              </a:defRPr>
            </a:lvl1pPr>
            <a:lvl2pPr marL="104775" indent="-104775" algn="l">
              <a:buClrTx/>
              <a:buSzPct val="100000"/>
              <a:buFont typeface="Arial" panose="020B0604020202020204" pitchFamily="34" charset="0"/>
              <a:buChar char="•"/>
              <a:tabLst>
                <a:tab pos="3771900" algn="r"/>
              </a:tabLst>
              <a:defRPr sz="1300">
                <a:latin typeface="+mj-lt"/>
              </a:defRPr>
            </a:lvl2pPr>
            <a:lvl3pPr marL="228600" indent="-104775" algn="l">
              <a:buClrTx/>
              <a:buSzPct val="100000"/>
              <a:buFont typeface="Arial" panose="020B0604020202020204" pitchFamily="34" charset="0"/>
              <a:buChar char="−"/>
              <a:tabLst>
                <a:tab pos="3771900" algn="r"/>
              </a:tabLst>
              <a:defRPr sz="1300">
                <a:latin typeface="+mn-lt"/>
              </a:defRPr>
            </a:lvl3pPr>
            <a:lvl4pPr marL="352425" indent="-104775" algn="l">
              <a:buClrTx/>
              <a:buSzPct val="100000"/>
              <a:buFont typeface="Arial" panose="020B0604020202020204" pitchFamily="34" charset="0"/>
              <a:buChar char="◦"/>
              <a:tabLst>
                <a:tab pos="3771900" algn="r"/>
              </a:tabLst>
              <a:defRPr sz="1300">
                <a:latin typeface="+mn-lt"/>
              </a:defRPr>
            </a:lvl4pPr>
            <a:lvl5pPr marL="476250" indent="-104775" algn="l">
              <a:buClrTx/>
              <a:buSzPct val="100000"/>
              <a:buFont typeface="Arial" panose="020B0604020202020204" pitchFamily="34" charset="0"/>
              <a:buChar char="−"/>
              <a:tabLst>
                <a:tab pos="3771900" algn="r"/>
              </a:tabLst>
              <a:defRPr sz="1300" baseline="0">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29727099"/>
      </p:ext>
    </p:extLst>
  </p:cSld>
  <p:clrMapOvr>
    <a:masterClrMapping/>
  </p:clrMapOvr>
  <p:transition>
    <p:fade/>
  </p:transition>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4_2 content with quote ">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E47085DF-436B-4928-8326-9E1FED7E8EEE}"/>
              </a:ext>
            </a:extLst>
          </p:cNvPr>
          <p:cNvSpPr/>
          <p:nvPr userDrawn="1">
            <p:custDataLst>
              <p:tags r:id="rId1"/>
            </p:custDataLst>
          </p:nvPr>
        </p:nvSpPr>
        <p:spPr bwMode="gray">
          <a:xfrm>
            <a:off x="0" y="0"/>
            <a:ext cx="12700" cy="12700"/>
          </a:xfrm>
          <a:prstGeom prst="octagon">
            <a:avLst/>
          </a:prstGeom>
          <a:noFill/>
          <a:ln w="19050" algn="ctr">
            <a:noFill/>
            <a:miter lim="800000"/>
            <a:headEnd/>
            <a:tailEnd/>
          </a:ln>
          <a:extLst>
            <a:ext uri="{909E8E84-426E-40DD-AFC4-6F175D3DCCD1}">
              <a14:hiddenFill xmlns:a14="http://schemas.microsoft.com/office/drawing/2010/main">
                <a:solidFill>
                  <a:schemeClr val="accent3"/>
                </a:solidFill>
              </a14:hiddenFill>
            </a:ext>
          </a:extLst>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endParaRPr>
          </a:p>
        </p:txBody>
      </p:sp>
      <p:sp>
        <p:nvSpPr>
          <p:cNvPr id="6" name="Content Placeholder 3"/>
          <p:cNvSpPr>
            <a:spLocks noGrp="1"/>
          </p:cNvSpPr>
          <p:nvPr>
            <p:ph sz="quarter" idx="10"/>
          </p:nvPr>
        </p:nvSpPr>
        <p:spPr>
          <a:xfrm>
            <a:off x="8192978" y="1737504"/>
            <a:ext cx="3547917" cy="4644248"/>
          </a:xfrm>
          <a:prstGeom prst="rect">
            <a:avLst/>
          </a:prstGeom>
        </p:spPr>
        <p:txBody>
          <a:bodyPr>
            <a:noAutofit/>
          </a:bodyPr>
          <a:lstStyle>
            <a:lvl1pPr>
              <a:tabLst>
                <a:tab pos="3771900" algn="r"/>
              </a:tabLst>
              <a:defRPr sz="1600">
                <a:solidFill>
                  <a:schemeClr val="accent3"/>
                </a:solidFill>
              </a:defRPr>
            </a:lvl1pPr>
            <a:lvl2pPr>
              <a:tabLst>
                <a:tab pos="3771900" algn="r"/>
              </a:tabLst>
              <a:defRPr/>
            </a:lvl2pPr>
            <a:lvl3pPr>
              <a:tabLst>
                <a:tab pos="3771900" algn="r"/>
              </a:tabLst>
              <a:defRPr/>
            </a:lvl3pPr>
            <a:lvl4pPr>
              <a:tabLst>
                <a:tab pos="3771900" algn="r"/>
              </a:tabLst>
              <a:defRPr/>
            </a:lvl4pPr>
            <a:lvl5pPr>
              <a:tabLst>
                <a:tab pos="37719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473296" y="1718454"/>
            <a:ext cx="7400704" cy="4644247"/>
          </a:xfrm>
          <a:prstGeom prst="rect">
            <a:avLst/>
          </a:prstGeom>
        </p:spPr>
        <p:txBody>
          <a:bodyPr>
            <a:noAutofit/>
          </a:bodyPr>
          <a:lstStyle>
            <a:lvl1pPr marL="0" indent="0" algn="l">
              <a:buFontTx/>
              <a:buNone/>
              <a:tabLst>
                <a:tab pos="3771900" algn="r"/>
              </a:tabLst>
              <a:defRPr sz="1300"/>
            </a:lvl1pPr>
            <a:lvl2pPr marL="104775" indent="-104775" algn="l">
              <a:buClrTx/>
              <a:buSzPct val="100000"/>
              <a:buFont typeface="Arial" panose="020B0604020202020204" pitchFamily="34" charset="0"/>
              <a:buChar char="•"/>
              <a:tabLst>
                <a:tab pos="3771900" algn="r"/>
              </a:tabLst>
              <a:defRPr sz="1300"/>
            </a:lvl2pPr>
            <a:lvl3pPr marL="228600" indent="-104775" algn="l">
              <a:buClrTx/>
              <a:buSzPct val="100000"/>
              <a:buFont typeface="Arial" panose="020B0604020202020204" pitchFamily="34" charset="0"/>
              <a:buChar char="−"/>
              <a:tabLst>
                <a:tab pos="3771900" algn="r"/>
              </a:tabLst>
              <a:defRPr sz="1300"/>
            </a:lvl3pPr>
            <a:lvl4pPr marL="352425" indent="-104775" algn="l">
              <a:buClrTx/>
              <a:buSzPct val="100000"/>
              <a:buFont typeface="Arial" panose="020B0604020202020204" pitchFamily="34" charset="0"/>
              <a:buChar char="◦"/>
              <a:tabLst>
                <a:tab pos="3771900" algn="r"/>
              </a:tabLst>
              <a:defRPr sz="1300"/>
            </a:lvl4pPr>
            <a:lvl5pPr marL="476250" indent="-104775" algn="l">
              <a:buClrTx/>
              <a:buSzPct val="100000"/>
              <a:buFont typeface="Arial" panose="020B0604020202020204" pitchFamily="34" charset="0"/>
              <a:buChar char="−"/>
              <a:tabLst>
                <a:tab pos="3771900" algn="r"/>
              </a:tabLst>
              <a:defRPr sz="1300"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D58FC9CF-4F37-4309-BF5F-E64AE49426F2}"/>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9" name="Title Placeholder 1">
            <a:extLst>
              <a:ext uri="{FF2B5EF4-FFF2-40B4-BE49-F238E27FC236}">
                <a16:creationId xmlns:a16="http://schemas.microsoft.com/office/drawing/2014/main" id="{6999054A-E358-4B12-B841-DE440A68D9B1}"/>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58414656"/>
      </p:ext>
    </p:extLst>
  </p:cSld>
  <p:clrMapOvr>
    <a:masterClrMapping/>
  </p:clrMapOvr>
  <p:transition>
    <p:fade/>
  </p:transition>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2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1468" y="2115797"/>
            <a:ext cx="3549549" cy="4005216"/>
          </a:xfrm>
          <a:prstGeom prst="rect">
            <a:avLst/>
          </a:prstGeom>
        </p:spPr>
        <p:txBody>
          <a:bodyPr>
            <a:noAutofit/>
          </a:bodyPr>
          <a:lstStyle>
            <a:lvl1pPr>
              <a:defRPr sz="1300"/>
            </a:lvl1pPr>
          </a:lstStyle>
          <a:p>
            <a:r>
              <a:rPr lang="en-US" noProof="0"/>
              <a:t>Click icon to add chart</a:t>
            </a:r>
          </a:p>
        </p:txBody>
      </p:sp>
      <p:sp>
        <p:nvSpPr>
          <p:cNvPr id="18" name="Text Placeholder 8"/>
          <p:cNvSpPr>
            <a:spLocks noGrp="1"/>
          </p:cNvSpPr>
          <p:nvPr>
            <p:ph type="body" sz="quarter" idx="18"/>
          </p:nvPr>
        </p:nvSpPr>
        <p:spPr>
          <a:xfrm>
            <a:off x="459119" y="1722943"/>
            <a:ext cx="3549549" cy="392112"/>
          </a:xfrm>
        </p:spPr>
        <p:txBody>
          <a:bodyPr>
            <a:noAutofit/>
          </a:bodyPr>
          <a:lstStyle>
            <a:lvl1pPr>
              <a:defRPr sz="1300"/>
            </a:lvl1pPr>
          </a:lstStyle>
          <a:p>
            <a:pPr lvl="0"/>
            <a:r>
              <a:rPr lang="en-US" noProof="0"/>
              <a:t>Click to edit Master text styles</a:t>
            </a:r>
          </a:p>
        </p:txBody>
      </p:sp>
      <p:sp>
        <p:nvSpPr>
          <p:cNvPr id="12" name="Text Placeholder 7"/>
          <p:cNvSpPr>
            <a:spLocks noGrp="1"/>
          </p:cNvSpPr>
          <p:nvPr>
            <p:ph type="body" sz="quarter" idx="23"/>
          </p:nvPr>
        </p:nvSpPr>
        <p:spPr>
          <a:xfrm>
            <a:off x="461468" y="6121016"/>
            <a:ext cx="11277600" cy="241685"/>
          </a:xfrm>
        </p:spPr>
        <p:txBody>
          <a:bodyPr>
            <a:noAutofit/>
          </a:bodyPr>
          <a:lstStyle>
            <a:lvl1pPr>
              <a:spcAft>
                <a:spcPts val="0"/>
              </a:spcAft>
              <a:defRPr sz="900"/>
            </a:lvl1pPr>
          </a:lstStyle>
          <a:p>
            <a:pPr lvl="0"/>
            <a:r>
              <a:rPr lang="en-US" noProof="0"/>
              <a:t>Click to edit Master text styles</a:t>
            </a:r>
          </a:p>
        </p:txBody>
      </p:sp>
      <p:sp>
        <p:nvSpPr>
          <p:cNvPr id="19" name="Chart Placeholder 3">
            <a:extLst>
              <a:ext uri="{FF2B5EF4-FFF2-40B4-BE49-F238E27FC236}">
                <a16:creationId xmlns:a16="http://schemas.microsoft.com/office/drawing/2014/main" id="{16889619-7368-4B21-B502-003FD717C954}"/>
              </a:ext>
            </a:extLst>
          </p:cNvPr>
          <p:cNvSpPr>
            <a:spLocks noGrp="1"/>
          </p:cNvSpPr>
          <p:nvPr>
            <p:ph type="chart" sz="quarter" idx="24"/>
          </p:nvPr>
        </p:nvSpPr>
        <p:spPr>
          <a:xfrm>
            <a:off x="4323575" y="2115798"/>
            <a:ext cx="3549549" cy="4005216"/>
          </a:xfrm>
          <a:prstGeom prst="rect">
            <a:avLst/>
          </a:prstGeom>
        </p:spPr>
        <p:txBody>
          <a:bodyPr>
            <a:noAutofit/>
          </a:bodyPr>
          <a:lstStyle>
            <a:lvl1pPr>
              <a:defRPr sz="1300"/>
            </a:lvl1pPr>
          </a:lstStyle>
          <a:p>
            <a:r>
              <a:rPr lang="en-US" noProof="0"/>
              <a:t>Click icon to add chart</a:t>
            </a:r>
          </a:p>
        </p:txBody>
      </p:sp>
      <p:sp>
        <p:nvSpPr>
          <p:cNvPr id="20" name="Text Placeholder 8">
            <a:extLst>
              <a:ext uri="{FF2B5EF4-FFF2-40B4-BE49-F238E27FC236}">
                <a16:creationId xmlns:a16="http://schemas.microsoft.com/office/drawing/2014/main" id="{7536B633-26E6-47E5-A809-A97D26199C41}"/>
              </a:ext>
            </a:extLst>
          </p:cNvPr>
          <p:cNvSpPr>
            <a:spLocks noGrp="1"/>
          </p:cNvSpPr>
          <p:nvPr>
            <p:ph type="body" sz="quarter" idx="25"/>
          </p:nvPr>
        </p:nvSpPr>
        <p:spPr>
          <a:xfrm>
            <a:off x="4321226" y="1722944"/>
            <a:ext cx="3549549" cy="392112"/>
          </a:xfrm>
        </p:spPr>
        <p:txBody>
          <a:bodyPr>
            <a:noAutofit/>
          </a:bodyPr>
          <a:lstStyle>
            <a:lvl1pPr>
              <a:defRPr sz="1300"/>
            </a:lvl1pPr>
          </a:lstStyle>
          <a:p>
            <a:pPr lvl="0"/>
            <a:r>
              <a:rPr lang="en-US" noProof="0"/>
              <a:t>Click to edit Master text styles</a:t>
            </a:r>
          </a:p>
        </p:txBody>
      </p:sp>
      <p:sp>
        <p:nvSpPr>
          <p:cNvPr id="21" name="Chart Placeholder 3">
            <a:extLst>
              <a:ext uri="{FF2B5EF4-FFF2-40B4-BE49-F238E27FC236}">
                <a16:creationId xmlns:a16="http://schemas.microsoft.com/office/drawing/2014/main" id="{B4691CB5-FF7F-4DAF-80B3-769541086497}"/>
              </a:ext>
            </a:extLst>
          </p:cNvPr>
          <p:cNvSpPr>
            <a:spLocks noGrp="1"/>
          </p:cNvSpPr>
          <p:nvPr>
            <p:ph type="chart" sz="quarter" idx="26"/>
          </p:nvPr>
        </p:nvSpPr>
        <p:spPr>
          <a:xfrm>
            <a:off x="8193695" y="2115798"/>
            <a:ext cx="3549549" cy="4005216"/>
          </a:xfrm>
          <a:prstGeom prst="rect">
            <a:avLst/>
          </a:prstGeom>
        </p:spPr>
        <p:txBody>
          <a:bodyPr>
            <a:noAutofit/>
          </a:bodyPr>
          <a:lstStyle>
            <a:lvl1pPr>
              <a:defRPr sz="1300"/>
            </a:lvl1pPr>
          </a:lstStyle>
          <a:p>
            <a:r>
              <a:rPr lang="en-US" noProof="0"/>
              <a:t>Click icon to add chart</a:t>
            </a:r>
          </a:p>
        </p:txBody>
      </p:sp>
      <p:sp>
        <p:nvSpPr>
          <p:cNvPr id="22" name="Text Placeholder 8">
            <a:extLst>
              <a:ext uri="{FF2B5EF4-FFF2-40B4-BE49-F238E27FC236}">
                <a16:creationId xmlns:a16="http://schemas.microsoft.com/office/drawing/2014/main" id="{D8875204-BB59-4C5F-ABB1-D0ECEC5A0701}"/>
              </a:ext>
            </a:extLst>
          </p:cNvPr>
          <p:cNvSpPr>
            <a:spLocks noGrp="1"/>
          </p:cNvSpPr>
          <p:nvPr>
            <p:ph type="body" sz="quarter" idx="27"/>
          </p:nvPr>
        </p:nvSpPr>
        <p:spPr>
          <a:xfrm>
            <a:off x="8191346" y="1722944"/>
            <a:ext cx="3549549" cy="392112"/>
          </a:xfrm>
        </p:spPr>
        <p:txBody>
          <a:bodyPr>
            <a:noAutofit/>
          </a:bodyPr>
          <a:lstStyle>
            <a:lvl1pPr>
              <a:defRPr sz="1300"/>
            </a:lvl1pPr>
          </a:lstStyle>
          <a:p>
            <a:pPr lvl="0"/>
            <a:r>
              <a:rPr lang="en-US" noProof="0"/>
              <a:t>Click to edit Master text styles</a:t>
            </a:r>
          </a:p>
        </p:txBody>
      </p:sp>
      <p:sp>
        <p:nvSpPr>
          <p:cNvPr id="23" name="Text Placeholder 8">
            <a:extLst>
              <a:ext uri="{FF2B5EF4-FFF2-40B4-BE49-F238E27FC236}">
                <a16:creationId xmlns:a16="http://schemas.microsoft.com/office/drawing/2014/main" id="{272C8D47-97C8-4E6F-91CC-C3AB406C1C26}"/>
              </a:ext>
            </a:extLst>
          </p:cNvPr>
          <p:cNvSpPr>
            <a:spLocks noGrp="1"/>
          </p:cNvSpPr>
          <p:nvPr>
            <p:ph type="body" sz="quarter" idx="13"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4" name="Title Placeholder 1">
            <a:extLst>
              <a:ext uri="{FF2B5EF4-FFF2-40B4-BE49-F238E27FC236}">
                <a16:creationId xmlns:a16="http://schemas.microsoft.com/office/drawing/2014/main" id="{D65F0445-032D-4E6A-83EC-59A2184ED5F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4194217115"/>
      </p:ext>
    </p:extLst>
  </p:cSld>
  <p:clrMapOvr>
    <a:masterClrMapping/>
  </p:clrMapOvr>
  <p:transition>
    <p:fade/>
  </p:transition>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2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1764" y="1727251"/>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30040" y="1727251"/>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71687" y="1727251"/>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20883" y="1727251"/>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73297" y="3124200"/>
            <a:ext cx="2720468" cy="3238500"/>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71687" y="3120553"/>
            <a:ext cx="2712000" cy="3238500"/>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2"/>
            <a:ext cx="2712000" cy="3238499"/>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35701" y="3108508"/>
            <a:ext cx="2697183" cy="3254192"/>
          </a:xfrm>
        </p:spPr>
        <p:txBody>
          <a:bodyPr>
            <a:noAutofit/>
          </a:bodyPr>
          <a:lstStyle>
            <a:lvl1pPr marL="0" indent="0" algn="l">
              <a:buFontTx/>
              <a:buNone/>
              <a:defRPr sz="1300" b="1">
                <a:solidFill>
                  <a:schemeClr val="accent1"/>
                </a:solidFill>
              </a:defRPr>
            </a:lvl1pPr>
            <a:lvl2pPr marL="104775" indent="-104775" algn="l">
              <a:spcAft>
                <a:spcPts val="0"/>
              </a:spcAft>
              <a:buClrTx/>
              <a:buSzPct val="100000"/>
              <a:buFont typeface="Arial" panose="020B0604020202020204" pitchFamily="34" charset="0"/>
              <a:buChar char="•"/>
              <a:defRPr sz="1300"/>
            </a:lvl2pPr>
            <a:lvl3pPr marL="228600" indent="-104775" algn="l">
              <a:spcAft>
                <a:spcPts val="0"/>
              </a:spcAft>
              <a:buClrTx/>
              <a:buSzPct val="100000"/>
              <a:buFont typeface="Arial" panose="020B0604020202020204" pitchFamily="34" charset="0"/>
              <a:buChar char="−"/>
              <a:defRPr sz="1300"/>
            </a:lvl3pPr>
            <a:lvl4pPr marL="352425" indent="-104775" algn="l">
              <a:spcAft>
                <a:spcPts val="0"/>
              </a:spcAft>
              <a:buClrTx/>
              <a:buSzPct val="100000"/>
              <a:buFont typeface="Arial" panose="020B0604020202020204" pitchFamily="34" charset="0"/>
              <a:buChar char="◦"/>
              <a:defRPr sz="1300"/>
            </a:lvl4pPr>
            <a:lvl5pPr marL="476250" indent="-104775" algn="l">
              <a:spcAft>
                <a:spcPts val="0"/>
              </a:spcAft>
              <a:buClrTx/>
              <a:buSzPct val="100000"/>
              <a:buFont typeface="Arial" panose="020B0604020202020204" pitchFamily="34" charset="0"/>
              <a:buChar char="−"/>
              <a:defRPr sz="1300" baseline="0"/>
            </a:lvl5pPr>
            <a:lvl6pPr marL="267300" indent="-132300">
              <a:spcAft>
                <a:spcPts val="0"/>
              </a:spcAft>
              <a:buFont typeface="Verdana" panose="020B0604030504040204" pitchFamily="34" charset="0"/>
              <a:buChar char="−"/>
              <a:defRPr/>
            </a:lvl6pPr>
            <a:lvl7pPr marL="267300" indent="-132300">
              <a:spcAft>
                <a:spcPts val="0"/>
              </a:spcAft>
              <a:defRPr/>
            </a:lvl7pPr>
            <a:lvl8pPr marL="267300" indent="-132300">
              <a:spcAft>
                <a:spcPts val="0"/>
              </a:spcAft>
              <a:defRPr/>
            </a:lvl8pPr>
            <a:lvl9pPr marL="267300" indent="-1323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a:extLst>
              <a:ext uri="{FF2B5EF4-FFF2-40B4-BE49-F238E27FC236}">
                <a16:creationId xmlns:a16="http://schemas.microsoft.com/office/drawing/2014/main" id="{81DFAED1-3C69-4431-8715-026D730F1B57}"/>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4" name="Title Placeholder 1">
            <a:extLst>
              <a:ext uri="{FF2B5EF4-FFF2-40B4-BE49-F238E27FC236}">
                <a16:creationId xmlns:a16="http://schemas.microsoft.com/office/drawing/2014/main" id="{548C662B-0462-4963-B666-2976F675A1B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3903283639"/>
      </p:ext>
    </p:extLst>
  </p:cSld>
  <p:clrMapOvr>
    <a:masterClrMapping/>
  </p:clrMapOvr>
  <p:transition>
    <p:fade/>
  </p:transition>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2_Team profile 2">
    <p:spTree>
      <p:nvGrpSpPr>
        <p:cNvPr id="1" name=""/>
        <p:cNvGrpSpPr/>
        <p:nvPr/>
      </p:nvGrpSpPr>
      <p:grpSpPr>
        <a:xfrm>
          <a:off x="0" y="0"/>
          <a:ext cx="0" cy="0"/>
          <a:chOff x="0" y="0"/>
          <a:chExt cx="0" cy="0"/>
        </a:xfrm>
      </p:grpSpPr>
      <p:sp>
        <p:nvSpPr>
          <p:cNvPr id="8" name="Picture Placeholder 11"/>
          <p:cNvSpPr>
            <a:spLocks noGrp="1"/>
          </p:cNvSpPr>
          <p:nvPr>
            <p:ph type="pic" sz="quarter" idx="25"/>
          </p:nvPr>
        </p:nvSpPr>
        <p:spPr>
          <a:xfrm>
            <a:off x="475645" y="1845377"/>
            <a:ext cx="1968000" cy="1476000"/>
          </a:xfrm>
        </p:spPr>
        <p:txBody>
          <a:bodyPr/>
          <a:lstStyle>
            <a:lvl1pPr algn="ctr">
              <a:defRPr/>
            </a:lvl1pPr>
          </a:lstStyle>
          <a:p>
            <a:r>
              <a:rPr lang="en-US"/>
              <a:t>Click icon to add picture</a:t>
            </a:r>
            <a:endParaRPr lang="en-GB"/>
          </a:p>
        </p:txBody>
      </p:sp>
      <p:sp>
        <p:nvSpPr>
          <p:cNvPr id="9" name="Picture Placeholder 11"/>
          <p:cNvSpPr>
            <a:spLocks noGrp="1"/>
          </p:cNvSpPr>
          <p:nvPr>
            <p:ph type="pic" sz="quarter" idx="27"/>
          </p:nvPr>
        </p:nvSpPr>
        <p:spPr>
          <a:xfrm>
            <a:off x="6266617" y="1845377"/>
            <a:ext cx="1968000" cy="1476000"/>
          </a:xfrm>
        </p:spPr>
        <p:txBody>
          <a:bodyPr/>
          <a:lstStyle>
            <a:lvl1pPr algn="ctr">
              <a:defRPr/>
            </a:lvl1pPr>
          </a:lstStyle>
          <a:p>
            <a:r>
              <a:rPr lang="en-US"/>
              <a:t>Click icon to add picture</a:t>
            </a:r>
            <a:endParaRPr lang="en-GB"/>
          </a:p>
        </p:txBody>
      </p:sp>
      <p:sp>
        <p:nvSpPr>
          <p:cNvPr id="10" name="Picture Placeholder 11"/>
          <p:cNvSpPr>
            <a:spLocks noGrp="1"/>
          </p:cNvSpPr>
          <p:nvPr>
            <p:ph type="pic" sz="quarter" idx="29"/>
          </p:nvPr>
        </p:nvSpPr>
        <p:spPr>
          <a:xfrm>
            <a:off x="475645" y="4256213"/>
            <a:ext cx="1968000" cy="1476000"/>
          </a:xfrm>
        </p:spPr>
        <p:txBody>
          <a:bodyPr/>
          <a:lstStyle>
            <a:lvl1pPr algn="ctr">
              <a:defRPr/>
            </a:lvl1pPr>
          </a:lstStyle>
          <a:p>
            <a:r>
              <a:rPr lang="en-US"/>
              <a:t>Click icon to add picture</a:t>
            </a:r>
            <a:endParaRPr lang="en-GB"/>
          </a:p>
        </p:txBody>
      </p:sp>
      <p:sp>
        <p:nvSpPr>
          <p:cNvPr id="11" name="Picture Placeholder 11"/>
          <p:cNvSpPr>
            <a:spLocks noGrp="1"/>
          </p:cNvSpPr>
          <p:nvPr>
            <p:ph type="pic" sz="quarter" idx="31"/>
          </p:nvPr>
        </p:nvSpPr>
        <p:spPr>
          <a:xfrm>
            <a:off x="6266617" y="4256213"/>
            <a:ext cx="1968000" cy="1476000"/>
          </a:xfrm>
        </p:spPr>
        <p:txBody>
          <a:bodyPr/>
          <a:lstStyle>
            <a:lvl1pPr algn="ctr">
              <a:defRPr/>
            </a:lvl1pPr>
          </a:lstStyle>
          <a:p>
            <a:r>
              <a:rPr lang="en-US"/>
              <a:t>Click icon to add picture</a:t>
            </a:r>
            <a:endParaRPr lang="en-GB"/>
          </a:p>
        </p:txBody>
      </p:sp>
      <p:sp>
        <p:nvSpPr>
          <p:cNvPr id="13" name="Text Placeholder 12"/>
          <p:cNvSpPr>
            <a:spLocks noGrp="1"/>
          </p:cNvSpPr>
          <p:nvPr>
            <p:ph type="body" sz="quarter" idx="32"/>
          </p:nvPr>
        </p:nvSpPr>
        <p:spPr>
          <a:xfrm>
            <a:off x="2655128" y="1845377"/>
            <a:ext cx="3288000" cy="1944000"/>
          </a:xfrm>
        </p:spPr>
        <p:txBody>
          <a:bodyPr>
            <a:noAutofit/>
          </a:bodyPr>
          <a:lstStyle>
            <a:lvl1pPr marL="0" indent="0" algn="l">
              <a:spcAft>
                <a:spcPts val="0"/>
              </a:spcAft>
              <a:buFontTx/>
              <a:buNone/>
              <a:defRPr sz="1300" b="1"/>
            </a:lvl1pPr>
            <a:lvl2pPr marL="104775" indent="-104775" algn="l">
              <a:spcAft>
                <a:spcPts val="0"/>
              </a:spcAft>
              <a:buClrTx/>
              <a:buSzPct val="100000"/>
              <a:buFont typeface="Arial" panose="020B0604020202020204" pitchFamily="34" charset="0"/>
              <a:buChar char="•"/>
              <a:defRPr sz="1300"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439092" y="1845377"/>
            <a:ext cx="3302592" cy="1944000"/>
          </a:xfrm>
        </p:spPr>
        <p:txBody>
          <a:bodyPr>
            <a:noAutofit/>
          </a:bodyPr>
          <a:lstStyle>
            <a:lvl1pPr marL="0" indent="0" algn="l">
              <a:spcAft>
                <a:spcPts val="0"/>
              </a:spcAft>
              <a:buFontTx/>
              <a:buNone/>
              <a:defRPr sz="1300" b="1"/>
            </a:lvl1pPr>
            <a:lvl2pPr marL="104775" indent="-104775" algn="l">
              <a:spcAft>
                <a:spcPts val="0"/>
              </a:spcAft>
              <a:buClrTx/>
              <a:buSzPct val="100000"/>
              <a:buFont typeface="Arial" panose="020B0604020202020204" pitchFamily="34" charset="0"/>
              <a:buChar char="•"/>
              <a:defRPr sz="1300"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55128" y="4256213"/>
            <a:ext cx="3288000" cy="1944000"/>
          </a:xfrm>
        </p:spPr>
        <p:txBody>
          <a:bodyPr>
            <a:noAutofit/>
          </a:bodyPr>
          <a:lstStyle>
            <a:lvl1pPr marL="0" indent="0" algn="l">
              <a:spcAft>
                <a:spcPts val="0"/>
              </a:spcAft>
              <a:buFontTx/>
              <a:buNone/>
              <a:defRPr sz="1300" b="1"/>
            </a:lvl1pPr>
            <a:lvl2pPr marL="104775" indent="-104775" algn="l">
              <a:spcAft>
                <a:spcPts val="0"/>
              </a:spcAft>
              <a:buClrTx/>
              <a:buSzPct val="100000"/>
              <a:buFont typeface="Arial" panose="020B0604020202020204" pitchFamily="34" charset="0"/>
              <a:buChar char="•"/>
              <a:defRPr sz="1300"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439092" y="4256213"/>
            <a:ext cx="3302592" cy="1944000"/>
          </a:xfrm>
        </p:spPr>
        <p:txBody>
          <a:bodyPr>
            <a:noAutofit/>
          </a:bodyPr>
          <a:lstStyle>
            <a:lvl1pPr marL="0" indent="0" algn="l">
              <a:spcAft>
                <a:spcPts val="0"/>
              </a:spcAft>
              <a:buFontTx/>
              <a:buNone/>
              <a:defRPr sz="1300" b="1"/>
            </a:lvl1pPr>
            <a:lvl2pPr marL="104775" indent="-104775" algn="l">
              <a:spcAft>
                <a:spcPts val="0"/>
              </a:spcAft>
              <a:buClrTx/>
              <a:buSzPct val="100000"/>
              <a:buFont typeface="Arial" panose="020B0604020202020204" pitchFamily="34" charset="0"/>
              <a:buChar char="•"/>
              <a:defRPr sz="1300" b="0"/>
            </a:lvl2pPr>
          </a:lstStyle>
          <a:p>
            <a:pPr lvl="0"/>
            <a:r>
              <a:rPr lang="en-US"/>
              <a:t>Click to edit Master text styles</a:t>
            </a:r>
          </a:p>
          <a:p>
            <a:pPr lvl="1"/>
            <a:r>
              <a:rPr lang="en-US"/>
              <a:t>Second level</a:t>
            </a:r>
          </a:p>
        </p:txBody>
      </p:sp>
      <p:sp>
        <p:nvSpPr>
          <p:cNvPr id="28" name="Text Placeholder 8">
            <a:extLst>
              <a:ext uri="{FF2B5EF4-FFF2-40B4-BE49-F238E27FC236}">
                <a16:creationId xmlns:a16="http://schemas.microsoft.com/office/drawing/2014/main" id="{CD54EF50-1F75-4251-9838-5413705270C9}"/>
              </a:ext>
            </a:extLst>
          </p:cNvPr>
          <p:cNvSpPr>
            <a:spLocks noGrp="1"/>
          </p:cNvSpPr>
          <p:nvPr>
            <p:ph type="body" sz="quarter" idx="21"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29" name="Title Placeholder 1">
            <a:extLst>
              <a:ext uri="{FF2B5EF4-FFF2-40B4-BE49-F238E27FC236}">
                <a16:creationId xmlns:a16="http://schemas.microsoft.com/office/drawing/2014/main" id="{580152B0-65C5-4969-BA13-FFC077318B84}"/>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
        <p:nvSpPr>
          <p:cNvPr id="30" name="Rectangle 29">
            <a:extLst>
              <a:ext uri="{FF2B5EF4-FFF2-40B4-BE49-F238E27FC236}">
                <a16:creationId xmlns:a16="http://schemas.microsoft.com/office/drawing/2014/main" id="{5DAFD084-463A-44C6-B882-24EE18CC2B98}"/>
              </a:ext>
            </a:extLst>
          </p:cNvPr>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1" name="Rectangle 30">
            <a:extLst>
              <a:ext uri="{FF2B5EF4-FFF2-40B4-BE49-F238E27FC236}">
                <a16:creationId xmlns:a16="http://schemas.microsoft.com/office/drawing/2014/main" id="{21E7FDC9-AC67-4CA4-86DE-4DFAAEE0DFF9}"/>
              </a:ext>
            </a:extLst>
          </p:cNvPr>
          <p:cNvSpPr/>
          <p:nvPr userDrawn="1"/>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2" name="Rectangle 31">
            <a:extLst>
              <a:ext uri="{FF2B5EF4-FFF2-40B4-BE49-F238E27FC236}">
                <a16:creationId xmlns:a16="http://schemas.microsoft.com/office/drawing/2014/main" id="{E0BFD11F-868A-4204-947B-D205C842DFE0}"/>
              </a:ext>
            </a:extLst>
          </p:cNvPr>
          <p:cNvSpPr/>
          <p:nvPr userDrawn="1"/>
        </p:nvSpPr>
        <p:spPr>
          <a:xfrm>
            <a:off x="470343" y="4126942"/>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33" name="Rectangle 32">
            <a:extLst>
              <a:ext uri="{FF2B5EF4-FFF2-40B4-BE49-F238E27FC236}">
                <a16:creationId xmlns:a16="http://schemas.microsoft.com/office/drawing/2014/main" id="{DCD1FA4C-A499-4E17-B3FC-CC3DA6E8CF7C}"/>
              </a:ext>
            </a:extLst>
          </p:cNvPr>
          <p:cNvSpPr/>
          <p:nvPr userDrawn="1"/>
        </p:nvSpPr>
        <p:spPr>
          <a:xfrm>
            <a:off x="6246196" y="4130291"/>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Tree>
    <p:extLst>
      <p:ext uri="{BB962C8B-B14F-4D97-AF65-F5344CB8AC3E}">
        <p14:creationId xmlns:p14="http://schemas.microsoft.com/office/powerpoint/2010/main" val="4104728268"/>
      </p:ext>
    </p:extLst>
  </p:cSld>
  <p:clrMapOvr>
    <a:masterClrMapping/>
  </p:clrMapOvr>
  <p:transition>
    <p:fade/>
  </p:transition>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2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70343" y="1857892"/>
            <a:ext cx="5486400" cy="4504808"/>
          </a:xfrm>
        </p:spPr>
        <p:txBody>
          <a:bodyPr>
            <a:noAutofit/>
          </a:bodyPr>
          <a:lstStyle>
            <a:lvl1pPr marL="0" indent="0" algn="l">
              <a:spcAft>
                <a:spcPts val="750"/>
              </a:spcAft>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2"/>
            <a:ext cx="5486400" cy="4504808"/>
          </a:xfrm>
        </p:spPr>
        <p:txBody>
          <a:bodyPr>
            <a:noAutofit/>
          </a:bodyPr>
          <a:lstStyle>
            <a:lvl1pPr marL="0" indent="0" algn="l">
              <a:spcAft>
                <a:spcPts val="750"/>
              </a:spcAft>
              <a:buFontTx/>
              <a:buNone/>
              <a:defRPr sz="1300" b="1">
                <a:solidFill>
                  <a:schemeClr val="accent1"/>
                </a:solidFill>
              </a:defRPr>
            </a:lvl1pPr>
            <a:lvl2pPr marL="104775" indent="-104775" algn="l">
              <a:spcAft>
                <a:spcPts val="750"/>
              </a:spcAft>
              <a:buClrTx/>
              <a:buSzPct val="100000"/>
              <a:buFont typeface="Arial" panose="020B0604020202020204" pitchFamily="34" charset="0"/>
              <a:buChar char="•"/>
              <a:defRPr sz="1300"/>
            </a:lvl2pPr>
            <a:lvl3pPr marL="228600" indent="-104775" algn="l">
              <a:spcAft>
                <a:spcPts val="750"/>
              </a:spcAft>
              <a:buClrTx/>
              <a:buSzPct val="100000"/>
              <a:buFont typeface="Arial" panose="020B0604020202020204" pitchFamily="34" charset="0"/>
              <a:buChar char="−"/>
              <a:defRPr sz="1300"/>
            </a:lvl3pPr>
            <a:lvl4pPr marL="352425" indent="-104775" algn="l">
              <a:spcAft>
                <a:spcPts val="750"/>
              </a:spcAft>
              <a:buClrTx/>
              <a:buSzPct val="100000"/>
              <a:buFont typeface="Arial" panose="020B0604020202020204" pitchFamily="34" charset="0"/>
              <a:buChar char="◦"/>
              <a:defRPr sz="1300"/>
            </a:lvl4pPr>
            <a:lvl5pPr marL="476250" indent="-104775" algn="l">
              <a:spcAft>
                <a:spcPts val="750"/>
              </a:spcAft>
              <a:buClrTx/>
              <a:buSzPct val="100000"/>
              <a:buFont typeface="Arial" panose="020B0604020202020204" pitchFamily="34" charset="0"/>
              <a:buChar char="−"/>
              <a:defRPr sz="1300" baseline="0"/>
            </a:lvl5pPr>
            <a:lvl6pPr marL="267300" indent="-132300">
              <a:spcAft>
                <a:spcPts val="750"/>
              </a:spcAft>
              <a:buFont typeface="Verdana" panose="020B0604030504040204" pitchFamily="34" charset="0"/>
              <a:buChar char="−"/>
              <a:defRPr/>
            </a:lvl6pPr>
            <a:lvl7pPr marL="267300" indent="-132300">
              <a:spcAft>
                <a:spcPts val="750"/>
              </a:spcAft>
              <a:defRPr/>
            </a:lvl7pPr>
            <a:lvl8pPr marL="267300" indent="-132300">
              <a:spcAft>
                <a:spcPts val="750"/>
              </a:spcAft>
              <a:defRPr/>
            </a:lvl8pPr>
            <a:lvl9pPr marL="267300" indent="-132300">
              <a:spcAft>
                <a:spcPts val="75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70343" y="1715425"/>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5" name="Rectangle 4"/>
          <p:cNvSpPr/>
          <p:nvPr/>
        </p:nvSpPr>
        <p:spPr>
          <a:xfrm>
            <a:off x="6246196" y="1718774"/>
            <a:ext cx="54864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750"/>
              </a:spcAft>
            </a:pPr>
            <a:endParaRPr lang="en-US" sz="825" noProof="0">
              <a:solidFill>
                <a:schemeClr val="bg1"/>
              </a:solidFill>
            </a:endParaRPr>
          </a:p>
        </p:txBody>
      </p:sp>
      <p:sp>
        <p:nvSpPr>
          <p:cNvPr id="6" name="Picture Placeholder 29"/>
          <p:cNvSpPr>
            <a:spLocks noGrp="1"/>
          </p:cNvSpPr>
          <p:nvPr>
            <p:ph type="pic" sz="quarter" idx="19" hasCustomPrompt="1"/>
          </p:nvPr>
        </p:nvSpPr>
        <p:spPr>
          <a:xfrm>
            <a:off x="4734090" y="1857894"/>
            <a:ext cx="1210207"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a:solidFill>
                  <a:schemeClr val="bg1"/>
                </a:solidFill>
              </a:rPr>
              <a:t>Co-brand</a:t>
            </a:r>
            <a:br>
              <a:rPr lang="en-US" sz="900" noProof="0">
                <a:solidFill>
                  <a:schemeClr val="bg1"/>
                </a:solidFill>
              </a:rPr>
            </a:br>
            <a:r>
              <a:rPr lang="en-US" sz="900"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88434" y="1857894"/>
            <a:ext cx="1244161" cy="549275"/>
          </a:xfrm>
        </p:spPr>
        <p:txBody>
          <a:bodyPr/>
          <a:lstStyle>
            <a:lvl1pPr marL="0" marR="0" indent="0" algn="l" defTabSz="685800" rtl="0" eaLnBrk="1" fontAlgn="auto" latinLnBrk="0" hangingPunct="1">
              <a:lnSpc>
                <a:spcPct val="100000"/>
              </a:lnSpc>
              <a:spcBef>
                <a:spcPts val="0"/>
              </a:spcBef>
              <a:spcAft>
                <a:spcPts val="750"/>
              </a:spcAft>
              <a:buClrTx/>
              <a:buSzTx/>
              <a:buFont typeface="Arial" panose="020B0604020202020204" pitchFamily="34" charset="0"/>
              <a:buNone/>
              <a:tabLst/>
              <a:defRPr sz="675"/>
            </a:lvl1pPr>
          </a:lstStyle>
          <a:p>
            <a:pPr>
              <a:spcBef>
                <a:spcPct val="0"/>
              </a:spcBef>
            </a:pPr>
            <a:r>
              <a:rPr lang="en-US" sz="900" noProof="0">
                <a:solidFill>
                  <a:schemeClr val="bg1"/>
                </a:solidFill>
              </a:rPr>
              <a:t>Co-brand</a:t>
            </a:r>
            <a:br>
              <a:rPr lang="en-US" sz="900" noProof="0">
                <a:solidFill>
                  <a:schemeClr val="bg1"/>
                </a:solidFill>
              </a:rPr>
            </a:br>
            <a:r>
              <a:rPr lang="en-US" sz="900" noProof="0">
                <a:solidFill>
                  <a:schemeClr val="bg1"/>
                </a:solidFill>
              </a:rPr>
              <a:t>Logo</a:t>
            </a:r>
          </a:p>
          <a:p>
            <a:endParaRPr lang="en-US" noProof="0"/>
          </a:p>
        </p:txBody>
      </p:sp>
      <p:sp>
        <p:nvSpPr>
          <p:cNvPr id="16" name="Text Placeholder 8">
            <a:extLst>
              <a:ext uri="{FF2B5EF4-FFF2-40B4-BE49-F238E27FC236}">
                <a16:creationId xmlns:a16="http://schemas.microsoft.com/office/drawing/2014/main" id="{C2FDA775-7453-495D-ABC5-C379E37806BE}"/>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17" name="Title Placeholder 1">
            <a:extLst>
              <a:ext uri="{FF2B5EF4-FFF2-40B4-BE49-F238E27FC236}">
                <a16:creationId xmlns:a16="http://schemas.microsoft.com/office/drawing/2014/main" id="{D55BC33C-2B71-4E68-81E3-F520AB4629F5}"/>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984827928"/>
      </p:ext>
    </p:extLst>
  </p:cSld>
  <p:clrMapOvr>
    <a:masterClrMapping/>
  </p:clrMapOvr>
  <p:transition>
    <p:fade/>
  </p:transition>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7_Title &amp; subtitle">
    <p:spTree>
      <p:nvGrpSpPr>
        <p:cNvPr id="1" name=""/>
        <p:cNvGrpSpPr/>
        <p:nvPr/>
      </p:nvGrpSpPr>
      <p:grpSpPr>
        <a:xfrm>
          <a:off x="0" y="0"/>
          <a:ext cx="0" cy="0"/>
          <a:chOff x="0" y="0"/>
          <a:chExt cx="0" cy="0"/>
        </a:xfrm>
      </p:grpSpPr>
      <p:sp>
        <p:nvSpPr>
          <p:cNvPr id="6" name="Text Placeholder 8">
            <a:extLst>
              <a:ext uri="{FF2B5EF4-FFF2-40B4-BE49-F238E27FC236}">
                <a16:creationId xmlns:a16="http://schemas.microsoft.com/office/drawing/2014/main" id="{8D89C7E6-37F5-4005-B8BE-658A5ADDE295}"/>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7" name="Title Placeholder 1">
            <a:extLst>
              <a:ext uri="{FF2B5EF4-FFF2-40B4-BE49-F238E27FC236}">
                <a16:creationId xmlns:a16="http://schemas.microsoft.com/office/drawing/2014/main" id="{0FA13130-E22F-4F71-97DB-A64E7A175EC6}"/>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419956132"/>
      </p:ext>
    </p:extLst>
  </p:cSld>
  <p:clrMapOvr>
    <a:masterClrMapping/>
  </p:clrMapOvr>
  <p:transition>
    <p:fade/>
  </p:transition>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26FB2E4B-5D1B-4250-844C-3D50DE4A9F69}"/>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latin typeface="+mj-lt"/>
              </a:defRPr>
            </a:lvl1pPr>
          </a:lstStyle>
          <a:p>
            <a:r>
              <a:rPr lang="en-US"/>
              <a:t>Click to add title</a:t>
            </a:r>
          </a:p>
        </p:txBody>
      </p:sp>
    </p:spTree>
    <p:extLst>
      <p:ext uri="{BB962C8B-B14F-4D97-AF65-F5344CB8AC3E}">
        <p14:creationId xmlns:p14="http://schemas.microsoft.com/office/powerpoint/2010/main" val="2055220556"/>
      </p:ext>
    </p:extLst>
  </p:cSld>
  <p:clrMapOvr>
    <a:masterClrMapping/>
  </p:clrMapOvr>
  <p:transition>
    <p:fade/>
  </p:transition>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Divider-Full Bleed Image White">
    <p:bg>
      <p:bgPr>
        <a:solidFill>
          <a:schemeClr val="bg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tx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78220" y="366547"/>
            <a:ext cx="5465380" cy="484791"/>
          </a:xfrm>
        </p:spPr>
        <p:txBody>
          <a:bodyPr>
            <a:noAutofit/>
          </a:bodyPr>
          <a:lstStyle>
            <a:lvl1pPr>
              <a:defRPr sz="3200" b="1">
                <a:solidFill>
                  <a:schemeClr val="tx1"/>
                </a:solidFill>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78220" y="851339"/>
            <a:ext cx="5465380" cy="863162"/>
          </a:xfrm>
        </p:spPr>
        <p:txBody>
          <a:bodyPr>
            <a:noAutofit/>
          </a:bodyPr>
          <a:lstStyle>
            <a:lvl1pPr>
              <a:defRPr sz="3200" b="0">
                <a:solidFill>
                  <a:schemeClr val="tx1"/>
                </a:solidFill>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36472717"/>
      </p:ext>
    </p:extLst>
  </p:cSld>
  <p:clrMapOvr>
    <a:masterClrMapping/>
  </p:clrMapOvr>
  <p:transition>
    <p:fade/>
  </p:transition>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Divider-Full Bleed Image Black">
    <p:bg>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p:nvPr>
        </p:nvSpPr>
        <p:spPr>
          <a:xfrm>
            <a:off x="478220" y="366547"/>
            <a:ext cx="5465380" cy="484791"/>
          </a:xfrm>
        </p:spPr>
        <p:txBody>
          <a:bodyPr>
            <a:noAutofit/>
          </a:bodyPr>
          <a:lstStyle>
            <a:lvl1pPr>
              <a:defRPr sz="3200" b="1">
                <a:solidFill>
                  <a:schemeClr val="bg1"/>
                </a:solidFill>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p:nvPr>
        </p:nvSpPr>
        <p:spPr>
          <a:xfrm>
            <a:off x="478220" y="851339"/>
            <a:ext cx="5465380" cy="863162"/>
          </a:xfrm>
        </p:spPr>
        <p:txBody>
          <a:bodyPr>
            <a:noAutofit/>
          </a:bodyPr>
          <a:lstStyle>
            <a:lvl1pPr>
              <a:defRPr sz="3200" b="0">
                <a:solidFill>
                  <a:schemeClr val="bg1"/>
                </a:solidFill>
                <a:latin typeface="+mj-lt"/>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edit Master text styles</a:t>
            </a:r>
          </a:p>
        </p:txBody>
      </p:sp>
    </p:spTree>
    <p:extLst>
      <p:ext uri="{BB962C8B-B14F-4D97-AF65-F5344CB8AC3E}">
        <p14:creationId xmlns:p14="http://schemas.microsoft.com/office/powerpoint/2010/main" val="1683257952"/>
      </p:ext>
    </p:extLst>
  </p:cSld>
  <p:clrMapOvr>
    <a:masterClrMapping/>
  </p:clrMapOvr>
  <p:transition>
    <p:fade/>
  </p:transition>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2_Title, subtitle &amp; 1 column text">
    <p:bg>
      <p:bgPr>
        <a:solidFill>
          <a:schemeClr val="tx1"/>
        </a:solidFill>
        <a:effectLst/>
      </p:bgPr>
    </p:bg>
    <p:spTree>
      <p:nvGrpSpPr>
        <p:cNvPr id="1" name=""/>
        <p:cNvGrpSpPr/>
        <p:nvPr/>
      </p:nvGrpSpPr>
      <p:grpSpPr>
        <a:xfrm>
          <a:off x="0" y="0"/>
          <a:ext cx="0" cy="0"/>
          <a:chOff x="0" y="0"/>
          <a:chExt cx="0" cy="0"/>
        </a:xfrm>
      </p:grpSpPr>
      <p:sp>
        <p:nvSpPr>
          <p:cNvPr id="14" name="Text Placeholder 18"/>
          <p:cNvSpPr>
            <a:spLocks noGrp="1"/>
          </p:cNvSpPr>
          <p:nvPr>
            <p:ph idx="1"/>
          </p:nvPr>
        </p:nvSpPr>
        <p:spPr>
          <a:xfrm>
            <a:off x="461823" y="1714500"/>
            <a:ext cx="11277600" cy="4667250"/>
          </a:xfrm>
          <a:prstGeom prst="rect">
            <a:avLst/>
          </a:prstGeom>
        </p:spPr>
        <p:txBody>
          <a:bodyPr vert="horz" lIns="0" tIns="0" rIns="0" bIns="0" rtlCol="0">
            <a:noAutofit/>
          </a:bodyPr>
          <a:lstStyle>
            <a:lvl1pPr>
              <a:defRPr sz="1300">
                <a:solidFill>
                  <a:schemeClr val="bg1"/>
                </a:solidFill>
                <a:latin typeface="+mn-lt"/>
              </a:defRPr>
            </a:lvl1pPr>
            <a:lvl2pPr>
              <a:defRPr sz="1300">
                <a:solidFill>
                  <a:schemeClr val="bg1"/>
                </a:solidFill>
                <a:latin typeface="+mn-lt"/>
              </a:defRPr>
            </a:lvl2pPr>
            <a:lvl3pPr>
              <a:defRPr sz="1300">
                <a:solidFill>
                  <a:schemeClr val="bg1"/>
                </a:solidFill>
                <a:latin typeface="+mn-lt"/>
              </a:defRPr>
            </a:lvl3pPr>
            <a:lvl4pPr>
              <a:defRPr sz="1300">
                <a:solidFill>
                  <a:schemeClr val="bg1"/>
                </a:solidFill>
                <a:latin typeface="+mn-lt"/>
              </a:defRPr>
            </a:lvl4pPr>
            <a:lvl5pPr>
              <a:defRPr sz="1300">
                <a:solidFill>
                  <a:schemeClr val="bg1"/>
                </a:solidFill>
                <a:latin typeface="+mn-lt"/>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a:extLst>
              <a:ext uri="{FF2B5EF4-FFF2-40B4-BE49-F238E27FC236}">
                <a16:creationId xmlns:a16="http://schemas.microsoft.com/office/drawing/2014/main" id="{259C2253-8D87-4928-94C4-A4D186A7A8BD}"/>
              </a:ext>
            </a:extLst>
          </p:cNvPr>
          <p:cNvSpPr>
            <a:spLocks noGrp="1"/>
          </p:cNvSpPr>
          <p:nvPr>
            <p:ph type="body" sz="quarter" idx="22" hasCustomPrompt="1"/>
          </p:nvPr>
        </p:nvSpPr>
        <p:spPr>
          <a:xfrm>
            <a:off x="463295" y="682940"/>
            <a:ext cx="11277600" cy="757255"/>
          </a:xfrm>
          <a:prstGeom prst="rect">
            <a:avLst/>
          </a:prstGeom>
        </p:spPr>
        <p:txBody>
          <a:bodyPr lIns="0" tIns="0" rIns="0" bIns="0">
            <a:noAutofit/>
          </a:bodyPr>
          <a:lstStyle>
            <a:lvl1pPr marL="0" indent="0">
              <a:buNone/>
              <a:defRPr sz="1800" b="0">
                <a:solidFill>
                  <a:schemeClr val="bg1">
                    <a:lumMod val="85000"/>
                  </a:schemeClr>
                </a:solidFill>
              </a:defRPr>
            </a:lvl1pPr>
          </a:lstStyle>
          <a:p>
            <a:pPr lvl="0"/>
            <a:r>
              <a:rPr lang="en-US"/>
              <a:t>Click to add subtitle</a:t>
            </a:r>
          </a:p>
        </p:txBody>
      </p:sp>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63295" y="345992"/>
            <a:ext cx="11277600" cy="334099"/>
          </a:xfrm>
          <a:prstGeom prst="rect">
            <a:avLst/>
          </a:prstGeom>
        </p:spPr>
        <p:txBody>
          <a:bodyPr vert="horz" lIns="0" tIns="0" rIns="0" bIns="0" rtlCol="0" anchor="t" anchorCtr="0">
            <a:noAutofit/>
          </a:bodyPr>
          <a:lstStyle>
            <a:lvl1pPr>
              <a:defRPr sz="2100">
                <a:solidFill>
                  <a:schemeClr val="bg1"/>
                </a:solidFill>
                <a:latin typeface="+mj-lt"/>
              </a:defRPr>
            </a:lvl1pPr>
          </a:lstStyle>
          <a:p>
            <a:r>
              <a:rPr lang="en-US"/>
              <a:t>Click to add title</a:t>
            </a:r>
          </a:p>
        </p:txBody>
      </p:sp>
    </p:spTree>
    <p:extLst>
      <p:ext uri="{BB962C8B-B14F-4D97-AF65-F5344CB8AC3E}">
        <p14:creationId xmlns:p14="http://schemas.microsoft.com/office/powerpoint/2010/main" val="306340128"/>
      </p:ext>
    </p:extLst>
  </p:cSld>
  <p:clrMapOvr>
    <a:masterClrMapping/>
  </p:clrMapOvr>
  <p:transition>
    <p:fade/>
  </p:transition>
</p:sldLayout>
</file>

<file path=ppt/slideLayouts/slideLayout259.xml><?xml version="1.0" encoding="utf-8"?>
<p:sldLayout xmlns:a="http://schemas.openxmlformats.org/drawingml/2006/main" xmlns:r="http://schemas.openxmlformats.org/officeDocument/2006/relationships" xmlns:p="http://schemas.openxmlformats.org/presentationml/2006/main" userDrawn="1">
  <p:cSld name="8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200" b="0">
                <a:solidFill>
                  <a:srgbClr val="575757"/>
                </a:solidFill>
              </a:defRPr>
            </a:lvl1pPr>
          </a:lstStyle>
          <a:p>
            <a:pPr lvl="0"/>
            <a:r>
              <a:rPr lang="en-US" noProof="0"/>
              <a:t>Click to add subtitle</a:t>
            </a:r>
          </a:p>
        </p:txBody>
      </p:sp>
      <p:sp>
        <p:nvSpPr>
          <p:cNvPr id="2" name="Title 1">
            <a:extLst>
              <a:ext uri="{FF2B5EF4-FFF2-40B4-BE49-F238E27FC236}">
                <a16:creationId xmlns:a16="http://schemas.microsoft.com/office/drawing/2014/main" id="{0D620039-B78E-45AE-B4BD-C20DF98BF07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7810776"/>
      </p:ext>
    </p:extLst>
  </p:cSld>
  <p:clrMapOvr>
    <a:masterClrMapping/>
  </p:clrMapOvr>
  <p:transition>
    <p:fade/>
  </p:transition>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userDrawn="1">
  <p:cSld name="8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046001426"/>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userDrawn="1">
  <p:cSld name="11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84313"/>
            <a:ext cx="11252200" cy="757255"/>
          </a:xfrm>
          <a:prstGeom prst="rect">
            <a:avLst/>
          </a:prstGeom>
        </p:spPr>
        <p:txBody>
          <a:bodyPr lIns="0" tIns="0" rIns="0" bIns="0">
            <a:noAutofit/>
          </a:bodyPr>
          <a:lstStyle>
            <a:lvl1pPr marL="0" indent="0">
              <a:buNone/>
              <a:defRPr sz="2000" b="0">
                <a:solidFill>
                  <a:schemeClr val="accent6">
                    <a:lumMod val="60000"/>
                    <a:lumOff val="40000"/>
                  </a:schemeClr>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8328"/>
          </a:xfrm>
          <a:prstGeom prst="rect">
            <a:avLst/>
          </a:prstGeom>
        </p:spPr>
        <p:txBody>
          <a:bodyPr vert="horz" lIns="0" tIns="0" rIns="0" bIns="0" rtlCol="0" anchor="t" anchorCtr="0">
            <a:noAutofit/>
          </a:bodyPr>
          <a:lstStyle>
            <a:lvl1pPr>
              <a:defRPr sz="2400"/>
            </a:lvl1pPr>
          </a:lstStyle>
          <a:p>
            <a:r>
              <a:rPr lang="en-US" noProof="0"/>
              <a:t>Click to edit Master title style</a:t>
            </a:r>
          </a:p>
        </p:txBody>
      </p:sp>
    </p:spTree>
    <p:extLst>
      <p:ext uri="{BB962C8B-B14F-4D97-AF65-F5344CB8AC3E}">
        <p14:creationId xmlns:p14="http://schemas.microsoft.com/office/powerpoint/2010/main" val="4013779547"/>
      </p:ext>
    </p:extLst>
  </p:cSld>
  <p:clrMapOvr>
    <a:masterClrMapping/>
  </p:clrMapOvr>
  <p:transition>
    <p:fade/>
  </p:transition>
</p:sldLayout>
</file>

<file path=ppt/slideLayouts/slideLayout262.xml><?xml version="1.0" encoding="utf-8"?>
<p:sldLayout xmlns:a="http://schemas.openxmlformats.org/drawingml/2006/main" xmlns:r="http://schemas.openxmlformats.org/officeDocument/2006/relationships" xmlns:p="http://schemas.openxmlformats.org/presentationml/2006/main" userDrawn="1">
  <p:cSld name="12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84313"/>
            <a:ext cx="11252200" cy="757255"/>
          </a:xfrm>
          <a:prstGeom prst="rect">
            <a:avLst/>
          </a:prstGeom>
        </p:spPr>
        <p:txBody>
          <a:bodyPr lIns="0" tIns="0" rIns="0" bIns="0">
            <a:noAutofit/>
          </a:bodyPr>
          <a:lstStyle>
            <a:lvl1pPr marL="0" indent="0">
              <a:buNone/>
              <a:defRPr sz="2000" b="0">
                <a:solidFill>
                  <a:schemeClr val="accent6">
                    <a:lumMod val="60000"/>
                    <a:lumOff val="40000"/>
                  </a:schemeClr>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8328"/>
          </a:xfrm>
          <a:prstGeom prst="rect">
            <a:avLst/>
          </a:prstGeom>
        </p:spPr>
        <p:txBody>
          <a:bodyPr vert="horz" lIns="0" tIns="0" rIns="0" bIns="0" rtlCol="0" anchor="t" anchorCtr="0">
            <a:noAutofit/>
          </a:bodyPr>
          <a:lstStyle>
            <a:lvl1pPr>
              <a:defRPr sz="2400"/>
            </a:lvl1pPr>
          </a:lstStyle>
          <a:p>
            <a:r>
              <a:rPr lang="en-US" noProof="0"/>
              <a:t>Click to edit Master title style</a:t>
            </a:r>
          </a:p>
        </p:txBody>
      </p:sp>
      <p:sp>
        <p:nvSpPr>
          <p:cNvPr id="8" name="Text Placeholder 4">
            <a:extLst>
              <a:ext uri="{FF2B5EF4-FFF2-40B4-BE49-F238E27FC236}">
                <a16:creationId xmlns:a16="http://schemas.microsoft.com/office/drawing/2014/main" id="{A511F987-E171-45C8-AA17-FAABAE8B7646}"/>
              </a:ext>
            </a:extLst>
          </p:cNvPr>
          <p:cNvSpPr>
            <a:spLocks noGrp="1"/>
          </p:cNvSpPr>
          <p:nvPr>
            <p:ph type="body" sz="quarter" idx="10" hasCustomPrompt="1"/>
          </p:nvPr>
        </p:nvSpPr>
        <p:spPr>
          <a:xfrm>
            <a:off x="475200" y="6362699"/>
            <a:ext cx="5594349" cy="298451"/>
          </a:xfrm>
          <a:prstGeom prst="rect">
            <a:avLst/>
          </a:prstGeom>
        </p:spPr>
        <p:txBody>
          <a:bodyPr/>
          <a:lstStyle>
            <a:lvl1pPr>
              <a:spcAft>
                <a:spcPts val="0"/>
              </a:spcAft>
              <a:defRPr sz="1200">
                <a:solidFill>
                  <a:schemeClr val="accent5"/>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sz="800" spc="-5">
                <a:solidFill>
                  <a:schemeClr val="bg1"/>
                </a:solidFill>
                <a:latin typeface="+mn-lt"/>
                <a:cs typeface="Verdana"/>
              </a:rPr>
              <a:t>© </a:t>
            </a:r>
            <a:r>
              <a:rPr lang="fr-FR" sz="800" spc="-10">
                <a:solidFill>
                  <a:schemeClr val="bg1"/>
                </a:solidFill>
                <a:latin typeface="+mn-lt"/>
                <a:cs typeface="Verdana"/>
              </a:rPr>
              <a:t>2019. </a:t>
            </a:r>
            <a:r>
              <a:rPr lang="fr-FR" sz="800" spc="-5">
                <a:solidFill>
                  <a:schemeClr val="bg1"/>
                </a:solidFill>
                <a:latin typeface="+mn-lt"/>
                <a:cs typeface="Verdana"/>
              </a:rPr>
              <a:t>For information, </a:t>
            </a:r>
            <a:r>
              <a:rPr lang="fr-FR" sz="800" spc="-10">
                <a:solidFill>
                  <a:schemeClr val="bg1"/>
                </a:solidFill>
                <a:latin typeface="+mn-lt"/>
                <a:cs typeface="Verdana"/>
              </a:rPr>
              <a:t>contact </a:t>
            </a:r>
            <a:r>
              <a:rPr lang="fr-FR" sz="800" spc="-5">
                <a:solidFill>
                  <a:schemeClr val="bg1"/>
                </a:solidFill>
                <a:latin typeface="+mn-lt"/>
                <a:cs typeface="Verdana"/>
              </a:rPr>
              <a:t>Deloitte Touche </a:t>
            </a:r>
            <a:r>
              <a:rPr lang="fr-FR" sz="800" spc="-5" err="1">
                <a:solidFill>
                  <a:schemeClr val="bg1"/>
                </a:solidFill>
                <a:latin typeface="+mn-lt"/>
                <a:cs typeface="Verdana"/>
              </a:rPr>
              <a:t>Tohmatsu</a:t>
            </a:r>
            <a:r>
              <a:rPr lang="fr-FR" sz="800" spc="95">
                <a:solidFill>
                  <a:schemeClr val="bg1"/>
                </a:solidFill>
                <a:latin typeface="+mn-lt"/>
                <a:cs typeface="Verdana"/>
              </a:rPr>
              <a:t> </a:t>
            </a:r>
            <a:r>
              <a:rPr lang="fr-FR" sz="800" spc="-5">
                <a:solidFill>
                  <a:schemeClr val="bg1"/>
                </a:solidFill>
                <a:latin typeface="+mn-lt"/>
                <a:cs typeface="Verdana"/>
              </a:rPr>
              <a:t>Limited.</a:t>
            </a:r>
            <a:endParaRPr lang="en-US" noProof="0"/>
          </a:p>
        </p:txBody>
      </p:sp>
    </p:spTree>
    <p:extLst>
      <p:ext uri="{BB962C8B-B14F-4D97-AF65-F5344CB8AC3E}">
        <p14:creationId xmlns:p14="http://schemas.microsoft.com/office/powerpoint/2010/main" val="1297945348"/>
      </p:ext>
    </p:extLst>
  </p:cSld>
  <p:clrMapOvr>
    <a:masterClrMapping/>
  </p:clrMapOvr>
  <p:transition>
    <p:fade/>
  </p:transition>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userDrawn="1">
  <p:cSld name="5_Title Slide - White">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userDrawn="1"/>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332396"/>
            <a:ext cx="4446269" cy="464044"/>
          </a:xfrm>
        </p:spPr>
        <p:txBody>
          <a:bodyPr anchor="t" anchorCtr="0">
            <a:noAutofit/>
          </a:bodyPr>
          <a:lstStyle>
            <a:lvl1pPr algn="l">
              <a:lnSpc>
                <a:spcPct val="100000"/>
              </a:lnSpc>
              <a:defRPr sz="2100" b="0">
                <a:solidFill>
                  <a:schemeClr val="accent1"/>
                </a:solidFill>
                <a:latin typeface="+mn-lt"/>
                <a:ea typeface="Open Sans" panose="020B0606030504020204" pitchFamily="34" charset="0"/>
                <a:cs typeface="Calibri" panose="020F0502020204030204" pitchFamily="34" charset="0"/>
              </a:defRPr>
            </a:lvl1pPr>
          </a:lstStyle>
          <a:p>
            <a:r>
              <a:rPr lang="en-US" noProof="0"/>
              <a:t>Click to edit 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oAutofit/>
          </a:bodyPr>
          <a:lstStyle>
            <a:lvl1pPr>
              <a:spcAft>
                <a:spcPts val="0"/>
              </a:spcAft>
              <a:defRPr sz="1600">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spTree>
    <p:extLst>
      <p:ext uri="{BB962C8B-B14F-4D97-AF65-F5344CB8AC3E}">
        <p14:creationId xmlns:p14="http://schemas.microsoft.com/office/powerpoint/2010/main" val="2771790684"/>
      </p:ext>
    </p:extLst>
  </p:cSld>
  <p:clrMapOvr>
    <a:masterClrMapping/>
  </p:clrMapOvr>
  <p:transition>
    <p:fade/>
  </p:transition>
  <p:hf hdr="0" dt="0"/>
  <p:extLst>
    <p:ext uri="{DCECCB84-F9BA-43D5-87BE-67443E8EF086}">
      <p15:sldGuideLst xmlns:p15="http://schemas.microsoft.com/office/powerpoint/2012/main">
        <p15:guide id="1" orient="horz" pos="4088">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userDrawn="1">
  <p:cSld name="3_Divider - Deloitte green">
    <p:bg bwMode="gray">
      <p:bgPr>
        <a:solidFill>
          <a:schemeClr val="accent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D73E56B-D0C2-FB48-BC2E-100F6C6F40AE}"/>
              </a:ext>
            </a:extLst>
          </p:cNvPr>
          <p:cNvSpPr>
            <a:spLocks noGrp="1"/>
          </p:cNvSpPr>
          <p:nvPr>
            <p:ph type="title"/>
          </p:nvPr>
        </p:nvSpPr>
        <p:spPr bwMode="gray">
          <a:xfrm>
            <a:off x="914400" y="1705668"/>
            <a:ext cx="10418233" cy="1592403"/>
          </a:xfrm>
        </p:spPr>
        <p:txBody>
          <a:bodyPr anchor="b"/>
          <a:lstStyle>
            <a:lvl1pPr>
              <a:lnSpc>
                <a:spcPct val="95000"/>
              </a:lnSpc>
              <a:defRPr sz="385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6" name="Text Placeholder 2">
            <a:extLst>
              <a:ext uri="{FF2B5EF4-FFF2-40B4-BE49-F238E27FC236}">
                <a16:creationId xmlns:a16="http://schemas.microsoft.com/office/drawing/2014/main" id="{B667CF09-9B0E-CC47-BB92-7C878843F029}"/>
              </a:ext>
            </a:extLst>
          </p:cNvPr>
          <p:cNvSpPr>
            <a:spLocks noGrp="1"/>
          </p:cNvSpPr>
          <p:nvPr>
            <p:ph type="body" idx="1"/>
          </p:nvPr>
        </p:nvSpPr>
        <p:spPr bwMode="gray">
          <a:xfrm>
            <a:off x="914400" y="3429000"/>
            <a:ext cx="10418233" cy="1566532"/>
          </a:xfrm>
          <a:prstGeom prst="rect">
            <a:avLst/>
          </a:prstGeom>
        </p:spPr>
        <p:txBody>
          <a:bodyPr lIns="0" tIns="0" rIns="0" bIns="0">
            <a:noAutofit/>
          </a:bodyPr>
          <a:lstStyle>
            <a:lvl1pPr marL="0" indent="0">
              <a:lnSpc>
                <a:spcPct val="95000"/>
              </a:lnSpc>
              <a:spcAft>
                <a:spcPts val="0"/>
              </a:spcAft>
              <a:buNone/>
              <a:defRPr sz="30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8" name="Rectangle 2">
            <a:extLst>
              <a:ext uri="{FF2B5EF4-FFF2-40B4-BE49-F238E27FC236}">
                <a16:creationId xmlns:a16="http://schemas.microsoft.com/office/drawing/2014/main" id="{A55EA8B4-D220-A442-9C46-F7F967A148C8}"/>
              </a:ext>
            </a:extLst>
          </p:cNvPr>
          <p:cNvSpPr>
            <a:spLocks/>
          </p:cNvSpPr>
          <p:nvPr userDrawn="1"/>
        </p:nvSpPr>
        <p:spPr bwMode="auto">
          <a:xfrm>
            <a:off x="914719" y="6439834"/>
            <a:ext cx="3225242"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t">
            <a:spAutoFit/>
          </a:bodyPr>
          <a:lstStyle/>
          <a:p>
            <a:fld id="{C84F2FB2-4A16-1542-BD5E-F56870239E74}" type="slidenum">
              <a:rPr lang="en-US" sz="800" b="0" i="0" smtClean="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a:t>
            </a:fld>
            <a:r>
              <a:rPr lang="en-US" sz="8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  |  Copyright © 2021 Deloitte Development LLC. All rights reserved.</a:t>
            </a:r>
          </a:p>
        </p:txBody>
      </p:sp>
    </p:spTree>
    <p:extLst>
      <p:ext uri="{BB962C8B-B14F-4D97-AF65-F5344CB8AC3E}">
        <p14:creationId xmlns:p14="http://schemas.microsoft.com/office/powerpoint/2010/main" val="316450556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507835952"/>
      </p:ext>
    </p:extLst>
  </p:cSld>
  <p:clrMapOvr>
    <a:masterClrMapping/>
  </p:clrMapOvr>
  <p:transition>
    <p:fade/>
  </p:transition>
</p:sldLayout>
</file>

<file path=ppt/slideLayouts/slideLayout266.xml><?xml version="1.0" encoding="utf-8"?>
<p:sldLayout xmlns:a="http://schemas.openxmlformats.org/drawingml/2006/main" xmlns:r="http://schemas.openxmlformats.org/officeDocument/2006/relationships" xmlns:p="http://schemas.openxmlformats.org/presentationml/2006/main">
  <p:cSld name="Main Content Slid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3" name="Footer Placeholder 4"/>
          <p:cNvSpPr>
            <a:spLocks noGrp="1"/>
          </p:cNvSpPr>
          <p:nvPr>
            <p:ph type="ftr" sz="quarter" idx="3"/>
          </p:nvPr>
        </p:nvSpPr>
        <p:spPr>
          <a:xfrm>
            <a:off x="8145644" y="6477000"/>
            <a:ext cx="3086100" cy="138499"/>
          </a:xfrm>
          <a:prstGeom prst="rect">
            <a:avLst/>
          </a:prstGeom>
          <a:noFill/>
        </p:spPr>
        <p:txBody>
          <a:bodyPr wrap="square" lIns="0" tIns="0" rIns="0" bIns="0" rtlCol="0">
            <a:spAutoFit/>
          </a:bodyPr>
          <a:lstStyle>
            <a:lvl1pPr>
              <a:defRPr lang="en-US" sz="900">
                <a:latin typeface="Calibri" panose="020F0502020204030204" pitchFamily="34" charset="0"/>
                <a:cs typeface="Calibri" panose="020F0502020204030204" pitchFamily="34" charset="0"/>
              </a:defRPr>
            </a:lvl1pPr>
          </a:lstStyle>
          <a:p>
            <a:pPr algn="r">
              <a:buSzPct val="100000"/>
              <a:buFont typeface="Arial"/>
              <a:buNone/>
            </a:pPr>
            <a:r>
              <a:rPr lang="en-US"/>
              <a:t>Presentation title</a:t>
            </a:r>
          </a:p>
        </p:txBody>
      </p:sp>
      <p:sp>
        <p:nvSpPr>
          <p:cNvPr id="5" name="Slide Number Placeholder 5"/>
          <p:cNvSpPr>
            <a:spLocks noGrp="1"/>
          </p:cNvSpPr>
          <p:nvPr>
            <p:ph type="sldNum" sz="quarter" idx="4"/>
          </p:nvPr>
        </p:nvSpPr>
        <p:spPr>
          <a:xfrm>
            <a:off x="11346395" y="6477000"/>
            <a:ext cx="343955" cy="138499"/>
          </a:xfrm>
          <a:prstGeom prst="rect">
            <a:avLst/>
          </a:prstGeom>
          <a:noFill/>
        </p:spPr>
        <p:txBody>
          <a:bodyPr wrap="square" lIns="0" tIns="0" rIns="0" bIns="0" rtlCol="0">
            <a:spAutoFit/>
          </a:bodyPr>
          <a:lstStyle>
            <a:lvl1pPr>
              <a:defRPr lang="en-US" sz="900" smtClean="0">
                <a:latin typeface="Calibri" panose="020F0502020204030204" pitchFamily="34" charset="0"/>
                <a:cs typeface="Calibri" panose="020F0502020204030204" pitchFamily="34" charset="0"/>
              </a:defRPr>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3964924583"/>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0"/>
            <a:ext cx="11162349"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1" y="317500"/>
            <a:ext cx="11162349"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501651" y="1665289"/>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73379265"/>
      </p:ext>
    </p:extLst>
  </p:cSld>
  <p:clrMapOvr>
    <a:masterClrMapping/>
  </p:clrMapOvr>
  <p:transition>
    <p:fade/>
  </p:transition>
</p:sldLayout>
</file>

<file path=ppt/slideLayouts/slideLayout268.xml><?xml version="1.0" encoding="utf-8"?>
<p:sldLayout xmlns:a="http://schemas.openxmlformats.org/drawingml/2006/main" xmlns:r="http://schemas.openxmlformats.org/officeDocument/2006/relationships" xmlns:p="http://schemas.openxmlformats.org/presentationml/2006/main">
  <p:cSld name="1_Title, Subhead &amp; Breadcrumb">
    <p:spTree>
      <p:nvGrpSpPr>
        <p:cNvPr id="1" name=""/>
        <p:cNvGrpSpPr/>
        <p:nvPr/>
      </p:nvGrpSpPr>
      <p:grpSpPr>
        <a:xfrm>
          <a:off x="0" y="0"/>
          <a:ext cx="0" cy="0"/>
          <a:chOff x="0" y="0"/>
          <a:chExt cx="0" cy="0"/>
        </a:xfrm>
      </p:grpSpPr>
      <p:sp>
        <p:nvSpPr>
          <p:cNvPr id="2" name="Title 1"/>
          <p:cNvSpPr>
            <a:spLocks noGrp="1"/>
          </p:cNvSpPr>
          <p:nvPr>
            <p:ph type="title"/>
          </p:nvPr>
        </p:nvSpPr>
        <p:spPr>
          <a:xfrm>
            <a:off x="456878" y="694944"/>
            <a:ext cx="11233473" cy="417576"/>
          </a:xfrm>
        </p:spPr>
        <p:txBody>
          <a:bodyPr vert="horz" lIns="0" tIns="45720" rIns="0" bIns="0" rtlCol="0" anchor="b" anchorCtr="0">
            <a:noAutofit/>
          </a:bodyPr>
          <a:lstStyle>
            <a:lvl1pPr>
              <a:defRPr lang="en-US" sz="2800" spc="-75" dirty="0">
                <a:latin typeface="Open Sans Light" panose="020B0306030504020204" pitchFamily="34" charset="0"/>
                <a:ea typeface="Open Sans Light" panose="020B0306030504020204" pitchFamily="34" charset="0"/>
                <a:cs typeface="Open Sans Light" panose="020B0306030504020204" pitchFamily="34" charset="0"/>
              </a:defRPr>
            </a:lvl1pPr>
          </a:lstStyle>
          <a:p>
            <a:pPr lvl="0" defTabSz="685800">
              <a:lnSpc>
                <a:spcPct val="85000"/>
              </a:lnSpc>
            </a:pPr>
            <a:r>
              <a:rPr lang="en-US"/>
              <a:t>Click to edit Master title style</a:t>
            </a:r>
          </a:p>
        </p:txBody>
      </p:sp>
      <p:sp>
        <p:nvSpPr>
          <p:cNvPr id="4" name="Text Placeholder 8"/>
          <p:cNvSpPr>
            <a:spLocks noGrp="1"/>
          </p:cNvSpPr>
          <p:nvPr>
            <p:ph type="body" sz="quarter" idx="14"/>
          </p:nvPr>
        </p:nvSpPr>
        <p:spPr>
          <a:xfrm>
            <a:off x="457200" y="1168908"/>
            <a:ext cx="11233126" cy="475488"/>
          </a:xfrm>
          <a:prstGeom prst="rect">
            <a:avLst/>
          </a:prstGeom>
        </p:spPr>
        <p:txBody>
          <a:bodyPr vert="horz" lIns="0" tIns="0" rIns="0" bIns="0" rtlCol="0">
            <a:noAutofit/>
          </a:bodyPr>
          <a:lstStyle>
            <a:lvl1pPr marL="0" indent="0">
              <a:buNone/>
              <a:defRPr lang="en-US" sz="1600">
                <a:latin typeface="Open Sans Light" panose="020B0306030504020204" pitchFamily="34" charset="0"/>
                <a:ea typeface="Open Sans Light" panose="020B0306030504020204" pitchFamily="34" charset="0"/>
                <a:cs typeface="Open Sans Light" panose="020B0306030504020204" pitchFamily="34" charset="0"/>
              </a:defRPr>
            </a:lvl1pPr>
          </a:lstStyle>
          <a:p>
            <a:pPr marL="228600" lvl="0" indent="-228600">
              <a:lnSpc>
                <a:spcPct val="130000"/>
              </a:lnSpc>
            </a:pPr>
            <a:r>
              <a:rPr lang="en-US"/>
              <a:t>Edit Master text styles</a:t>
            </a:r>
          </a:p>
        </p:txBody>
      </p:sp>
      <p:sp>
        <p:nvSpPr>
          <p:cNvPr id="8" name="Text Placeholder 5"/>
          <p:cNvSpPr>
            <a:spLocks noGrp="1"/>
          </p:cNvSpPr>
          <p:nvPr>
            <p:ph type="body" sz="quarter" idx="15" hasCustomPrompt="1"/>
          </p:nvPr>
        </p:nvSpPr>
        <p:spPr>
          <a:xfrm>
            <a:off x="457450" y="350520"/>
            <a:ext cx="4206240" cy="203200"/>
          </a:xfrm>
          <a:prstGeom prst="rect">
            <a:avLst/>
          </a:prstGeom>
        </p:spPr>
        <p:txBody>
          <a:bodyPr vert="horz" lIns="0" tIns="0" rIns="0" bIns="0" rtlCol="0">
            <a:noAutofit/>
          </a:bodyPr>
          <a:lstStyle>
            <a:lvl1pPr marL="0" indent="0">
              <a:buNone/>
              <a:defRPr lang="en-US" sz="1200" b="1" kern="0" cap="none" spc="0" baseline="0" dirty="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pPr marL="228600" lvl="0" indent="-228600"/>
            <a:r>
              <a:rPr lang="en-US"/>
              <a:t>Breadcrumbs</a:t>
            </a:r>
          </a:p>
        </p:txBody>
      </p:sp>
    </p:spTree>
    <p:extLst>
      <p:ext uri="{BB962C8B-B14F-4D97-AF65-F5344CB8AC3E}">
        <p14:creationId xmlns:p14="http://schemas.microsoft.com/office/powerpoint/2010/main" val="2030386544"/>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28372-30DC-498E-A962-C2146F0262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CE83B1-9B50-4A84-9D56-7B674AD078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34BA24C-E19A-48B6-8FB8-57E9671AFD81}"/>
              </a:ext>
            </a:extLst>
          </p:cNvPr>
          <p:cNvSpPr>
            <a:spLocks noGrp="1"/>
          </p:cNvSpPr>
          <p:nvPr>
            <p:ph type="dt" sz="half" idx="10"/>
          </p:nvPr>
        </p:nvSpPr>
        <p:spPr/>
        <p:txBody>
          <a:bodyPr/>
          <a:lstStyle/>
          <a:p>
            <a:fld id="{DC61667E-BB1A-4BF8-B726-84B4454EA401}" type="datetimeFigureOut">
              <a:rPr lang="en-US" smtClean="0"/>
              <a:t>7/9/2026</a:t>
            </a:fld>
            <a:endParaRPr lang="en-US"/>
          </a:p>
        </p:txBody>
      </p:sp>
      <p:sp>
        <p:nvSpPr>
          <p:cNvPr id="5" name="Footer Placeholder 4">
            <a:extLst>
              <a:ext uri="{FF2B5EF4-FFF2-40B4-BE49-F238E27FC236}">
                <a16:creationId xmlns:a16="http://schemas.microsoft.com/office/drawing/2014/main" id="{9D504AA0-2563-4E15-A2A0-77CFDCD37D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8D7255-3D93-4212-A210-B93EB4AB5263}"/>
              </a:ext>
            </a:extLst>
          </p:cNvPr>
          <p:cNvSpPr>
            <a:spLocks noGrp="1"/>
          </p:cNvSpPr>
          <p:nvPr>
            <p:ph type="sldNum" sz="quarter" idx="12"/>
          </p:nvPr>
        </p:nvSpPr>
        <p:spPr/>
        <p:txBody>
          <a:bodyPr/>
          <a:lstStyle/>
          <a:p>
            <a:fld id="{96333AE1-B63C-416E-8927-B95B4B5E646E}" type="slidenum">
              <a:rPr lang="en-US" smtClean="0"/>
              <a:t>‹#›</a:t>
            </a:fld>
            <a:endParaRPr lang="en-US"/>
          </a:p>
        </p:txBody>
      </p:sp>
    </p:spTree>
    <p:extLst>
      <p:ext uri="{BB962C8B-B14F-4D97-AF65-F5344CB8AC3E}">
        <p14:creationId xmlns:p14="http://schemas.microsoft.com/office/powerpoint/2010/main" val="2751429076"/>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userDrawn="1">
  <p:cSld name="Title and Tag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00877-EAD9-2644-9B08-3D6DE13EC129}"/>
              </a:ext>
            </a:extLst>
          </p:cNvPr>
          <p:cNvSpPr>
            <a:spLocks noGrp="1"/>
          </p:cNvSpPr>
          <p:nvPr>
            <p:ph type="title"/>
          </p:nvPr>
        </p:nvSpPr>
        <p:spPr>
          <a:xfrm>
            <a:off x="469900" y="236981"/>
            <a:ext cx="11252200" cy="543640"/>
          </a:xfrm>
          <a:prstGeom prst="rect">
            <a:avLst/>
          </a:prstGeom>
        </p:spPr>
        <p:txBody>
          <a:bodyPr lIns="0" rIns="0"/>
          <a:lstStyle>
            <a:lvl1pPr>
              <a:defRPr sz="2800" b="0" i="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stStyle>
          <a:p>
            <a:r>
              <a:rPr lang="en-US"/>
              <a:t>Click to edit Master title style</a:t>
            </a:r>
          </a:p>
        </p:txBody>
      </p:sp>
      <p:sp>
        <p:nvSpPr>
          <p:cNvPr id="9" name="Text Placeholder 8">
            <a:extLst>
              <a:ext uri="{FF2B5EF4-FFF2-40B4-BE49-F238E27FC236}">
                <a16:creationId xmlns:a16="http://schemas.microsoft.com/office/drawing/2014/main" id="{E304D32C-DE3E-7D4C-8A40-2E96240E9025}"/>
              </a:ext>
            </a:extLst>
          </p:cNvPr>
          <p:cNvSpPr>
            <a:spLocks noGrp="1"/>
          </p:cNvSpPr>
          <p:nvPr>
            <p:ph type="body" sz="quarter" idx="13" hasCustomPrompt="1"/>
          </p:nvPr>
        </p:nvSpPr>
        <p:spPr>
          <a:xfrm>
            <a:off x="469900" y="701490"/>
            <a:ext cx="11252200" cy="419326"/>
          </a:xfrm>
          <a:prstGeom prst="rect">
            <a:avLst/>
          </a:prstGeom>
        </p:spPr>
        <p:txBody>
          <a:bodyPr lIns="0" tIns="45720" rIns="0" bIns="45720" anchor="t" anchorCtr="0">
            <a:noAutofit/>
          </a:bodyPr>
          <a:lstStyle>
            <a:lvl1pPr marL="0" indent="0">
              <a:buNone/>
              <a:defRPr sz="1400" b="0">
                <a:solidFill>
                  <a:schemeClr val="tx1">
                    <a:lumMod val="65000"/>
                    <a:lumOff val="35000"/>
                  </a:schemeClr>
                </a:solidFill>
                <a:latin typeface="Open Sans" panose="020B0606030504020204" pitchFamily="34" charset="0"/>
                <a:ea typeface="Open Sans" panose="020B0606030504020204" pitchFamily="34" charset="0"/>
                <a:cs typeface="Open Sans" panose="020B0606030504020204" pitchFamily="34" charset="0"/>
              </a:defRPr>
            </a:lvl1pPr>
          </a:lstStyle>
          <a:p>
            <a:pPr lvl="0"/>
            <a:r>
              <a:rPr lang="en-US" noProof="0"/>
              <a:t>Click to add subtitle</a:t>
            </a:r>
          </a:p>
        </p:txBody>
      </p:sp>
      <p:sp>
        <p:nvSpPr>
          <p:cNvPr id="4" name="TextBox 3">
            <a:extLst>
              <a:ext uri="{FF2B5EF4-FFF2-40B4-BE49-F238E27FC236}">
                <a16:creationId xmlns:a16="http://schemas.microsoft.com/office/drawing/2014/main" id="{9E0E7DF7-61E0-4681-877E-85AF6DC63B07}"/>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
        <p:nvSpPr>
          <p:cNvPr id="5" name="Rectangle 4">
            <a:extLst>
              <a:ext uri="{FF2B5EF4-FFF2-40B4-BE49-F238E27FC236}">
                <a16:creationId xmlns:a16="http://schemas.microsoft.com/office/drawing/2014/main" id="{223E7BB2-FB25-4D37-BF78-6F89D3C49891}"/>
              </a:ext>
            </a:extLst>
          </p:cNvPr>
          <p:cNvSpPr/>
          <p:nvPr userDrawn="1"/>
        </p:nvSpPr>
        <p:spPr>
          <a:xfrm rot="5400000">
            <a:off x="-649224" y="645307"/>
            <a:ext cx="1371600" cy="7373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B5EA88D-6B62-429A-ADBD-EB4ED102CFF3}"/>
              </a:ext>
            </a:extLst>
          </p:cNvPr>
          <p:cNvSpPr/>
          <p:nvPr userDrawn="1"/>
        </p:nvSpPr>
        <p:spPr>
          <a:xfrm rot="5400000">
            <a:off x="-649224" y="2016907"/>
            <a:ext cx="1371600" cy="73730"/>
          </a:xfrm>
          <a:prstGeom prst="rect">
            <a:avLst/>
          </a:prstGeom>
          <a:solidFill>
            <a:srgbClr val="979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E5A155E-9CFB-47B4-B619-54602055AF5D}"/>
              </a:ext>
            </a:extLst>
          </p:cNvPr>
          <p:cNvSpPr/>
          <p:nvPr userDrawn="1"/>
        </p:nvSpPr>
        <p:spPr>
          <a:xfrm rot="5400000">
            <a:off x="-649224" y="3388507"/>
            <a:ext cx="1371600" cy="73730"/>
          </a:xfrm>
          <a:prstGeom prst="rect">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AC83F8-9A64-424D-B107-8BB967E008B2}"/>
              </a:ext>
            </a:extLst>
          </p:cNvPr>
          <p:cNvSpPr/>
          <p:nvPr userDrawn="1"/>
        </p:nvSpPr>
        <p:spPr>
          <a:xfrm rot="5400000">
            <a:off x="-649224" y="4760107"/>
            <a:ext cx="1371600" cy="73730"/>
          </a:xfrm>
          <a:prstGeom prst="rect">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EAFE1F7-D845-4182-A45E-B209A43172D6}"/>
              </a:ext>
            </a:extLst>
          </p:cNvPr>
          <p:cNvSpPr/>
          <p:nvPr userDrawn="1"/>
        </p:nvSpPr>
        <p:spPr>
          <a:xfrm rot="5400000">
            <a:off x="-652707" y="6131851"/>
            <a:ext cx="1378856" cy="73441"/>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11EBD02-7058-4144-9E01-C45861C2DB8A}"/>
              </a:ext>
            </a:extLst>
          </p:cNvPr>
          <p:cNvSpPr txBox="1"/>
          <p:nvPr userDrawn="1"/>
        </p:nvSpPr>
        <p:spPr>
          <a:xfrm>
            <a:off x="11410953" y="3974"/>
            <a:ext cx="2483893" cy="276999"/>
          </a:xfrm>
          <a:prstGeom prst="rect">
            <a:avLst/>
          </a:prstGeom>
          <a:noFill/>
        </p:spPr>
        <p:txBody>
          <a:bodyPr vert="horz" wrap="square" lIns="0" tIns="0" rIns="0" bIns="0" rtlCol="0">
            <a:spAutoFit/>
          </a:bodyPr>
          <a:lstStyle/>
          <a:p>
            <a:pPr>
              <a:spcBef>
                <a:spcPts val="200"/>
              </a:spcBef>
              <a:buSzPct val="100000"/>
            </a:pPr>
            <a:r>
              <a:rPr lang="en-US" sz="1800" b="1" i="1">
                <a:solidFill>
                  <a:srgbClr val="FF0000"/>
                </a:solidFill>
              </a:rPr>
              <a:t>DRAFT</a:t>
            </a:r>
          </a:p>
        </p:txBody>
      </p:sp>
    </p:spTree>
    <p:extLst>
      <p:ext uri="{BB962C8B-B14F-4D97-AF65-F5344CB8AC3E}">
        <p14:creationId xmlns:p14="http://schemas.microsoft.com/office/powerpoint/2010/main" val="3937573438"/>
      </p:ext>
    </p:extLst>
  </p:cSld>
  <p:clrMapOvr>
    <a:masterClrMapping/>
  </p:clrMapOvr>
  <p:transition>
    <p:fade/>
  </p:transition>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userDrawn="1">
  <p:cSld name="8_Divider - Deloitte blue">
    <p:bg bwMode="gray">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4F96BDF-9362-D94E-B1D2-CFAF3AD867EE}"/>
              </a:ext>
            </a:extLst>
          </p:cNvPr>
          <p:cNvSpPr>
            <a:spLocks noGrp="1"/>
          </p:cNvSpPr>
          <p:nvPr>
            <p:ph type="title"/>
          </p:nvPr>
        </p:nvSpPr>
        <p:spPr bwMode="gray">
          <a:xfrm>
            <a:off x="914400" y="1705668"/>
            <a:ext cx="10418233" cy="1592403"/>
          </a:xfrm>
        </p:spPr>
        <p:txBody>
          <a:bodyPr anchor="b"/>
          <a:lstStyle>
            <a:lvl1pPr>
              <a:lnSpc>
                <a:spcPct val="95000"/>
              </a:lnSpc>
              <a:defRPr sz="385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noProof="0"/>
              <a:t>Click to edit Master title style</a:t>
            </a:r>
          </a:p>
        </p:txBody>
      </p:sp>
      <p:sp>
        <p:nvSpPr>
          <p:cNvPr id="6" name="Text Placeholder 2">
            <a:extLst>
              <a:ext uri="{FF2B5EF4-FFF2-40B4-BE49-F238E27FC236}">
                <a16:creationId xmlns:a16="http://schemas.microsoft.com/office/drawing/2014/main" id="{84800968-F261-E84D-92F7-07E113E702E0}"/>
              </a:ext>
            </a:extLst>
          </p:cNvPr>
          <p:cNvSpPr>
            <a:spLocks noGrp="1"/>
          </p:cNvSpPr>
          <p:nvPr>
            <p:ph type="body" idx="1"/>
          </p:nvPr>
        </p:nvSpPr>
        <p:spPr bwMode="gray">
          <a:xfrm>
            <a:off x="914400" y="3429000"/>
            <a:ext cx="10418233" cy="1566532"/>
          </a:xfrm>
          <a:prstGeom prst="rect">
            <a:avLst/>
          </a:prstGeom>
        </p:spPr>
        <p:txBody>
          <a:bodyPr lIns="0" tIns="0" rIns="0" bIns="0">
            <a:noAutofit/>
          </a:bodyPr>
          <a:lstStyle>
            <a:lvl1pPr marL="0" indent="0">
              <a:lnSpc>
                <a:spcPct val="95000"/>
              </a:lnSpc>
              <a:spcAft>
                <a:spcPts val="0"/>
              </a:spcAft>
              <a:buNone/>
              <a:defRPr sz="30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8" name="Rectangle 2">
            <a:extLst>
              <a:ext uri="{FF2B5EF4-FFF2-40B4-BE49-F238E27FC236}">
                <a16:creationId xmlns:a16="http://schemas.microsoft.com/office/drawing/2014/main" id="{97444B69-6D79-A24E-A17C-71F3B35DFFAF}"/>
              </a:ext>
            </a:extLst>
          </p:cNvPr>
          <p:cNvSpPr>
            <a:spLocks/>
          </p:cNvSpPr>
          <p:nvPr userDrawn="1"/>
        </p:nvSpPr>
        <p:spPr bwMode="auto">
          <a:xfrm>
            <a:off x="914719" y="6439834"/>
            <a:ext cx="3225242" cy="12311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0" bIns="0" anchor="t">
            <a:spAutoFit/>
          </a:bodyPr>
          <a:lstStyle/>
          <a:p>
            <a:fld id="{C84F2FB2-4A16-1542-BD5E-F56870239E74}" type="slidenum">
              <a:rPr lang="en-US" sz="800" b="0" i="0" smtClean="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a:t>
            </a:fld>
            <a:r>
              <a:rPr lang="en-US" sz="800" b="0" i="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sym typeface="Frutiger Next Pro Light" charset="0"/>
              </a:rPr>
              <a:t>  |  Copyright © 2021 Deloitte Development LLC. All rights reserved.</a:t>
            </a:r>
          </a:p>
        </p:txBody>
      </p:sp>
    </p:spTree>
    <p:extLst>
      <p:ext uri="{BB962C8B-B14F-4D97-AF65-F5344CB8AC3E}">
        <p14:creationId xmlns:p14="http://schemas.microsoft.com/office/powerpoint/2010/main" val="140037925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294526" y="-12640"/>
            <a:ext cx="10515600" cy="421071"/>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C9A293D0-6013-1641-953D-D73688F544FF}" type="datetime1">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66A9BC-339E-FD40-A715-91DC4CAEEF5A}" type="slidenum">
              <a:rPr lang="en-US" smtClean="0"/>
              <a:t>‹#›</a:t>
            </a:fld>
            <a:endParaRPr lang="en-US"/>
          </a:p>
        </p:txBody>
      </p:sp>
    </p:spTree>
    <p:extLst>
      <p:ext uri="{BB962C8B-B14F-4D97-AF65-F5344CB8AC3E}">
        <p14:creationId xmlns:p14="http://schemas.microsoft.com/office/powerpoint/2010/main" val="44350643"/>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userDrawn="1">
  <p:cSld name="Title, Breadcrumbs">
    <p:spTree>
      <p:nvGrpSpPr>
        <p:cNvPr id="1" name=""/>
        <p:cNvGrpSpPr/>
        <p:nvPr/>
      </p:nvGrpSpPr>
      <p:grpSpPr>
        <a:xfrm>
          <a:off x="0" y="0"/>
          <a:ext cx="0" cy="0"/>
          <a:chOff x="0" y="0"/>
          <a:chExt cx="0" cy="0"/>
        </a:xfrm>
      </p:grpSpPr>
      <p:sp>
        <p:nvSpPr>
          <p:cNvPr id="2" name="Title 1"/>
          <p:cNvSpPr>
            <a:spLocks noGrp="1"/>
          </p:cNvSpPr>
          <p:nvPr>
            <p:ph type="title"/>
          </p:nvPr>
        </p:nvSpPr>
        <p:spPr>
          <a:xfrm>
            <a:off x="914400" y="694944"/>
            <a:ext cx="10363200" cy="594360"/>
          </a:xfrm>
        </p:spPr>
        <p:txBody>
          <a:bodyPr vert="horz" lIns="0" tIns="45720" rIns="0" bIns="0" rtlCol="0" anchor="b" anchorCtr="0">
            <a:noAutofit/>
          </a:bodyPr>
          <a:lstStyle>
            <a:lvl1pPr>
              <a:defRPr lang="en-US" sz="3600" b="0" spc="-75" dirty="0">
                <a:latin typeface="+mj-lt"/>
              </a:defRPr>
            </a:lvl1pPr>
          </a:lstStyle>
          <a:p>
            <a:pPr lvl="0" defTabSz="685800">
              <a:lnSpc>
                <a:spcPct val="85000"/>
              </a:lnSpc>
            </a:pPr>
            <a:r>
              <a:rPr lang="en-US"/>
              <a:t>Click to edit Master title style</a:t>
            </a:r>
          </a:p>
        </p:txBody>
      </p:sp>
      <p:sp>
        <p:nvSpPr>
          <p:cNvPr id="3" name="Text Placeholder 5">
            <a:extLst>
              <a:ext uri="{FF2B5EF4-FFF2-40B4-BE49-F238E27FC236}">
                <a16:creationId xmlns:a16="http://schemas.microsoft.com/office/drawing/2014/main" id="{FD545910-EC58-4E59-AC9B-9F096DAB3584}"/>
              </a:ext>
            </a:extLst>
          </p:cNvPr>
          <p:cNvSpPr>
            <a:spLocks noGrp="1"/>
          </p:cNvSpPr>
          <p:nvPr>
            <p:ph type="body" sz="quarter" idx="15" hasCustomPrompt="1"/>
          </p:nvPr>
        </p:nvSpPr>
        <p:spPr>
          <a:xfrm>
            <a:off x="914971" y="466344"/>
            <a:ext cx="3355848" cy="203200"/>
          </a:xfrm>
        </p:spPr>
        <p:txBody>
          <a:bodyPr vert="horz" lIns="0" tIns="0" rIns="0" bIns="0" rtlCol="0">
            <a:noAutofit/>
          </a:bodyPr>
          <a:lstStyle>
            <a:lvl1pPr marL="0" indent="0">
              <a:buNone/>
              <a:defRPr lang="en-US" sz="900" b="1" kern="0" cap="all" spc="250" baseline="0" dirty="0">
                <a:solidFill>
                  <a:schemeClr val="accent5">
                    <a:lumMod val="60000"/>
                    <a:lumOff val="40000"/>
                  </a:schemeClr>
                </a:solidFill>
                <a:ea typeface="Nexa Black" charset="0"/>
                <a:cs typeface="Nexa Black" charset="0"/>
              </a:defRPr>
            </a:lvl1pPr>
          </a:lstStyle>
          <a:p>
            <a:pPr marL="228600" lvl="0" indent="-228600"/>
            <a:r>
              <a:rPr lang="en-US"/>
              <a:t>BREADCRUMBS</a:t>
            </a:r>
          </a:p>
        </p:txBody>
      </p:sp>
    </p:spTree>
    <p:extLst>
      <p:ext uri="{BB962C8B-B14F-4D97-AF65-F5344CB8AC3E}">
        <p14:creationId xmlns:p14="http://schemas.microsoft.com/office/powerpoint/2010/main" val="4131775970"/>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4526" y="27137"/>
            <a:ext cx="10515600" cy="365125"/>
          </a:xfrm>
          <a:prstGeom prst="rect">
            <a:avLst/>
          </a:prstGeom>
        </p:spPr>
        <p:txBody>
          <a:bodyPr anchor="ctr"/>
          <a:lstStyle/>
          <a:p>
            <a:r>
              <a:rPr lang="en-US"/>
              <a:t>Click to edit Master title style</a:t>
            </a:r>
          </a:p>
        </p:txBody>
      </p:sp>
      <p:sp>
        <p:nvSpPr>
          <p:cNvPr id="3" name="Content Placeholder 2"/>
          <p:cNvSpPr>
            <a:spLocks noGrp="1"/>
          </p:cNvSpPr>
          <p:nvPr>
            <p:ph idx="1"/>
          </p:nvPr>
        </p:nvSpPr>
        <p:spPr>
          <a:xfrm>
            <a:off x="666750" y="1253331"/>
            <a:ext cx="10687050" cy="4351338"/>
          </a:xfrm>
          <a:prstGeom prst="rect">
            <a:avLst/>
          </a:prstGeom>
        </p:spPr>
        <p:txBody>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8BB1D00-4131-48CA-A511-B7F2B32BA466}" type="datetime1">
              <a:rPr kumimoji="0" lang="en-US" sz="1800" b="0" i="0" u="none" strike="noStrike" kern="1200" cap="none" spc="0" normalizeH="0" baseline="0" noProof="0"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7/9/2026</a:t>
            </a:fld>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5" name="Footer Placeholder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6" name="Slide Number Placeholder 5"/>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B66A9BC-339E-FD40-A715-91DC4CAEEF5A}" type="slidenum">
              <a:rPr kumimoji="0" lang="en-US" sz="1800" b="0" i="0" u="none" strike="noStrike" kern="1200" cap="none" spc="0" normalizeH="0" baseline="0" noProof="0" smtClean="0">
                <a:ln>
                  <a:noFill/>
                </a:ln>
                <a:solidFill>
                  <a:prstClr val="black"/>
                </a:solidFill>
                <a:effectLst/>
                <a:uLnTx/>
                <a:uFillTx/>
                <a:latin typeface="Open San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en-US" sz="1800" b="0" i="0" u="none" strike="noStrike" kern="1200" cap="none" spc="0" normalizeH="0" baseline="0" noProof="0">
              <a:ln>
                <a:noFill/>
              </a:ln>
              <a:solidFill>
                <a:prstClr val="black"/>
              </a:solidFill>
              <a:effectLst/>
              <a:uLnTx/>
              <a:uFillTx/>
              <a:latin typeface="Open Sans"/>
              <a:ea typeface="+mn-ea"/>
              <a:cs typeface="+mn-cs"/>
            </a:endParaRPr>
          </a:p>
        </p:txBody>
      </p:sp>
      <p:sp>
        <p:nvSpPr>
          <p:cNvPr id="11" name="Text Placeholder 10">
            <a:extLst>
              <a:ext uri="{FF2B5EF4-FFF2-40B4-BE49-F238E27FC236}">
                <a16:creationId xmlns:a16="http://schemas.microsoft.com/office/drawing/2014/main" id="{14DE4139-A19E-42CE-A485-9B832081CA65}"/>
              </a:ext>
            </a:extLst>
          </p:cNvPr>
          <p:cNvSpPr>
            <a:spLocks noGrp="1"/>
          </p:cNvSpPr>
          <p:nvPr>
            <p:ph type="body" sz="quarter" idx="13" hasCustomPrompt="1"/>
          </p:nvPr>
        </p:nvSpPr>
        <p:spPr>
          <a:xfrm>
            <a:off x="666750" y="612775"/>
            <a:ext cx="10687050" cy="531168"/>
          </a:xfrm>
          <a:prstGeom prst="rect">
            <a:avLst/>
          </a:prstGeom>
        </p:spPr>
        <p:txBody>
          <a:bodyPr/>
          <a:lstStyle>
            <a:lvl1pPr marL="0" indent="0">
              <a:buNone/>
              <a:defRPr>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a:t>Click to edit Title</a:t>
            </a:r>
          </a:p>
        </p:txBody>
      </p:sp>
    </p:spTree>
    <p:extLst>
      <p:ext uri="{BB962C8B-B14F-4D97-AF65-F5344CB8AC3E}">
        <p14:creationId xmlns:p14="http://schemas.microsoft.com/office/powerpoint/2010/main" val="3774433457"/>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5BDC220-FDA0-41D7-98BA-BB440BC4A90B}"/>
              </a:ext>
            </a:extLst>
          </p:cNvPr>
          <p:cNvSpPr/>
          <p:nvPr userDrawn="1"/>
        </p:nvSpPr>
        <p:spPr bwMode="gray">
          <a:xfrm>
            <a:off x="11568701" y="6482993"/>
            <a:ext cx="503434" cy="375007"/>
          </a:xfrm>
          <a:prstGeom prst="rect">
            <a:avLst/>
          </a:prstGeom>
          <a:solidFill>
            <a:schemeClr val="bg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9" name="TextBox 8">
            <a:extLst>
              <a:ext uri="{FF2B5EF4-FFF2-40B4-BE49-F238E27FC236}">
                <a16:creationId xmlns:a16="http://schemas.microsoft.com/office/drawing/2014/main" id="{3DAD1E82-7DE3-46EF-9065-6719F60566AC}"/>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latin typeface="Open Sans" panose="020B0606030504020204" pitchFamily="34" charset="0"/>
                <a:ea typeface="Open Sans" panose="020B0606030504020204" pitchFamily="34" charset="0"/>
                <a:cs typeface="Open Sans" panose="020B0606030504020204" pitchFamily="34" charset="0"/>
              </a:rPr>
              <a:pPr marL="0" indent="0" algn="r">
                <a:spcBef>
                  <a:spcPts val="800"/>
                </a:spcBef>
                <a:buSzPct val="100000"/>
                <a:buFont typeface="Arial"/>
                <a:buNone/>
              </a:pPr>
              <a:t>‹#›</a:t>
            </a:fld>
            <a:endParaRPr lang="en-US" sz="650" noProof="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grpSp>
        <p:nvGrpSpPr>
          <p:cNvPr id="5" name="Group 4">
            <a:extLst>
              <a:ext uri="{FF2B5EF4-FFF2-40B4-BE49-F238E27FC236}">
                <a16:creationId xmlns:a16="http://schemas.microsoft.com/office/drawing/2014/main" id="{8274867C-C62D-4F4A-922C-4A83C82B88B1}"/>
              </a:ext>
            </a:extLst>
          </p:cNvPr>
          <p:cNvGrpSpPr/>
          <p:nvPr userDrawn="1"/>
        </p:nvGrpSpPr>
        <p:grpSpPr>
          <a:xfrm>
            <a:off x="-11703" y="-3628"/>
            <a:ext cx="75101" cy="6861628"/>
            <a:chOff x="-11703" y="-3628"/>
            <a:chExt cx="75101" cy="6861628"/>
          </a:xfrm>
        </p:grpSpPr>
        <p:sp>
          <p:nvSpPr>
            <p:cNvPr id="6" name="Rectangle 5">
              <a:extLst>
                <a:ext uri="{FF2B5EF4-FFF2-40B4-BE49-F238E27FC236}">
                  <a16:creationId xmlns:a16="http://schemas.microsoft.com/office/drawing/2014/main" id="{B848915A-5C7B-416F-B5B0-7693F5EE0BF9}"/>
                </a:ext>
              </a:extLst>
            </p:cNvPr>
            <p:cNvSpPr/>
            <p:nvPr/>
          </p:nvSpPr>
          <p:spPr>
            <a:xfrm rot="5400000">
              <a:off x="-659267" y="645307"/>
              <a:ext cx="1371600" cy="7373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FCA6CAC-7815-469B-9315-157CA98B8F24}"/>
                </a:ext>
              </a:extLst>
            </p:cNvPr>
            <p:cNvSpPr/>
            <p:nvPr/>
          </p:nvSpPr>
          <p:spPr>
            <a:xfrm rot="5400000">
              <a:off x="-659267" y="2016907"/>
              <a:ext cx="1371600" cy="73730"/>
            </a:xfrm>
            <a:prstGeom prst="rect">
              <a:avLst/>
            </a:prstGeom>
            <a:solidFill>
              <a:srgbClr val="979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8AF41DF-170C-4192-8044-63BF6EC31434}"/>
                </a:ext>
              </a:extLst>
            </p:cNvPr>
            <p:cNvSpPr/>
            <p:nvPr/>
          </p:nvSpPr>
          <p:spPr>
            <a:xfrm rot="5400000">
              <a:off x="-659267" y="3388507"/>
              <a:ext cx="1371600" cy="73730"/>
            </a:xfrm>
            <a:prstGeom prst="rect">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4C18193-4099-4965-AA2B-941FE751E927}"/>
                </a:ext>
              </a:extLst>
            </p:cNvPr>
            <p:cNvSpPr/>
            <p:nvPr/>
          </p:nvSpPr>
          <p:spPr>
            <a:xfrm rot="5400000">
              <a:off x="-660638" y="4760107"/>
              <a:ext cx="1371600" cy="73730"/>
            </a:xfrm>
            <a:prstGeom prst="rect">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79FF898-7DE9-4674-9DB8-430920126867}"/>
                </a:ext>
              </a:extLst>
            </p:cNvPr>
            <p:cNvSpPr/>
            <p:nvPr/>
          </p:nvSpPr>
          <p:spPr>
            <a:xfrm rot="5400000">
              <a:off x="-660638" y="6135335"/>
              <a:ext cx="1371600" cy="73730"/>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 Placeholder 8">
            <a:extLst>
              <a:ext uri="{FF2B5EF4-FFF2-40B4-BE49-F238E27FC236}">
                <a16:creationId xmlns:a16="http://schemas.microsoft.com/office/drawing/2014/main" id="{64DC2670-5D11-4421-8167-B380A667E4E1}"/>
              </a:ext>
            </a:extLst>
          </p:cNvPr>
          <p:cNvSpPr>
            <a:spLocks noGrp="1"/>
          </p:cNvSpPr>
          <p:nvPr>
            <p:ph type="body" sz="quarter" idx="13" hasCustomPrompt="1"/>
          </p:nvPr>
        </p:nvSpPr>
        <p:spPr>
          <a:xfrm>
            <a:off x="551688" y="684903"/>
            <a:ext cx="11390734" cy="454080"/>
          </a:xfrm>
          <a:prstGeom prst="rect">
            <a:avLst/>
          </a:prstGeom>
        </p:spPr>
        <p:txBody>
          <a:bodyPr lIns="0" tIns="0" rIns="0" bIns="0">
            <a:noAutofit/>
          </a:bodyPr>
          <a:lstStyle>
            <a:lvl1pPr marL="0" indent="0" algn="l" defTabSz="914400" rtl="0" eaLnBrk="1" latinLnBrk="0" hangingPunct="1">
              <a:spcBef>
                <a:spcPts val="200"/>
              </a:spcBef>
              <a:buSzPct val="100000"/>
              <a:buNone/>
              <a:defRPr lang="en-US" sz="1800" kern="1200" noProof="0" dirty="0">
                <a:solidFill>
                  <a:schemeClr val="tx1">
                    <a:lumMod val="75000"/>
                    <a:lumOff val="25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en-US" noProof="0"/>
              <a:t>Click to add subtitle</a:t>
            </a:r>
          </a:p>
        </p:txBody>
      </p:sp>
      <p:sp>
        <p:nvSpPr>
          <p:cNvPr id="18" name="Title Placeholder 1">
            <a:extLst>
              <a:ext uri="{FF2B5EF4-FFF2-40B4-BE49-F238E27FC236}">
                <a16:creationId xmlns:a16="http://schemas.microsoft.com/office/drawing/2014/main" id="{A791C14F-ED57-4012-8301-39F6E6B9EEC6}"/>
              </a:ext>
            </a:extLst>
          </p:cNvPr>
          <p:cNvSpPr>
            <a:spLocks noGrp="1"/>
          </p:cNvSpPr>
          <p:nvPr>
            <p:ph type="title" hasCustomPrompt="1"/>
          </p:nvPr>
        </p:nvSpPr>
        <p:spPr>
          <a:xfrm>
            <a:off x="551688" y="238607"/>
            <a:ext cx="11390734" cy="365760"/>
          </a:xfrm>
          <a:prstGeom prst="rect">
            <a:avLst/>
          </a:prstGeom>
        </p:spPr>
        <p:txBody>
          <a:bodyPr vert="horz" lIns="0" tIns="0" rIns="0" bIns="0" rtlCol="0" anchor="t" anchorCtr="0">
            <a:noAutofit/>
          </a:bodyPr>
          <a:lstStyle>
            <a:lvl1pPr marL="0" algn="l" defTabSz="1219170" rtl="0" eaLnBrk="1" latinLnBrk="0" hangingPunct="1">
              <a:spcBef>
                <a:spcPct val="0"/>
              </a:spcBef>
              <a:buNone/>
              <a:defRPr lang="en-US" sz="2400" b="1" kern="1200" noProof="0" dirty="0">
                <a:solidFill>
                  <a:schemeClr val="tx1">
                    <a:lumMod val="85000"/>
                    <a:lumOff val="15000"/>
                  </a:schemeClr>
                </a:solidFill>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en-US" noProof="0"/>
              <a:t>Click to add title</a:t>
            </a:r>
          </a:p>
        </p:txBody>
      </p:sp>
    </p:spTree>
    <p:extLst>
      <p:ext uri="{BB962C8B-B14F-4D97-AF65-F5344CB8AC3E}">
        <p14:creationId xmlns:p14="http://schemas.microsoft.com/office/powerpoint/2010/main" val="406522329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ags" Target="../tags/tag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158.xml"/><Relationship Id="rId21" Type="http://schemas.openxmlformats.org/officeDocument/2006/relationships/slideLayout" Target="../slideLayouts/slideLayout62.xml"/><Relationship Id="rId42" Type="http://schemas.openxmlformats.org/officeDocument/2006/relationships/slideLayout" Target="../slideLayouts/slideLayout83.xml"/><Relationship Id="rId63" Type="http://schemas.openxmlformats.org/officeDocument/2006/relationships/slideLayout" Target="../slideLayouts/slideLayout104.xml"/><Relationship Id="rId84" Type="http://schemas.openxmlformats.org/officeDocument/2006/relationships/slideLayout" Target="../slideLayouts/slideLayout125.xml"/><Relationship Id="rId138" Type="http://schemas.openxmlformats.org/officeDocument/2006/relationships/slideLayout" Target="../slideLayouts/slideLayout179.xml"/><Relationship Id="rId159" Type="http://schemas.openxmlformats.org/officeDocument/2006/relationships/slideLayout" Target="../slideLayouts/slideLayout200.xml"/><Relationship Id="rId170" Type="http://schemas.openxmlformats.org/officeDocument/2006/relationships/slideLayout" Target="../slideLayouts/slideLayout211.xml"/><Relationship Id="rId191" Type="http://schemas.openxmlformats.org/officeDocument/2006/relationships/slideLayout" Target="../slideLayouts/slideLayout232.xml"/><Relationship Id="rId205" Type="http://schemas.openxmlformats.org/officeDocument/2006/relationships/slideLayout" Target="../slideLayouts/slideLayout246.xml"/><Relationship Id="rId226" Type="http://schemas.openxmlformats.org/officeDocument/2006/relationships/slideLayout" Target="../slideLayouts/slideLayout267.xml"/><Relationship Id="rId107" Type="http://schemas.openxmlformats.org/officeDocument/2006/relationships/slideLayout" Target="../slideLayouts/slideLayout148.xml"/><Relationship Id="rId11" Type="http://schemas.openxmlformats.org/officeDocument/2006/relationships/slideLayout" Target="../slideLayouts/slideLayout52.xml"/><Relationship Id="rId32" Type="http://schemas.openxmlformats.org/officeDocument/2006/relationships/slideLayout" Target="../slideLayouts/slideLayout73.xml"/><Relationship Id="rId53" Type="http://schemas.openxmlformats.org/officeDocument/2006/relationships/slideLayout" Target="../slideLayouts/slideLayout94.xml"/><Relationship Id="rId74" Type="http://schemas.openxmlformats.org/officeDocument/2006/relationships/slideLayout" Target="../slideLayouts/slideLayout115.xml"/><Relationship Id="rId128" Type="http://schemas.openxmlformats.org/officeDocument/2006/relationships/slideLayout" Target="../slideLayouts/slideLayout169.xml"/><Relationship Id="rId149" Type="http://schemas.openxmlformats.org/officeDocument/2006/relationships/slideLayout" Target="../slideLayouts/slideLayout190.xml"/><Relationship Id="rId5" Type="http://schemas.openxmlformats.org/officeDocument/2006/relationships/slideLayout" Target="../slideLayouts/slideLayout46.xml"/><Relationship Id="rId95" Type="http://schemas.openxmlformats.org/officeDocument/2006/relationships/slideLayout" Target="../slideLayouts/slideLayout136.xml"/><Relationship Id="rId160" Type="http://schemas.openxmlformats.org/officeDocument/2006/relationships/slideLayout" Target="../slideLayouts/slideLayout201.xml"/><Relationship Id="rId181" Type="http://schemas.openxmlformats.org/officeDocument/2006/relationships/slideLayout" Target="../slideLayouts/slideLayout222.xml"/><Relationship Id="rId216" Type="http://schemas.openxmlformats.org/officeDocument/2006/relationships/slideLayout" Target="../slideLayouts/slideLayout257.xml"/><Relationship Id="rId237" Type="http://schemas.openxmlformats.org/officeDocument/2006/relationships/tags" Target="../tags/tag3.xml"/><Relationship Id="rId22" Type="http://schemas.openxmlformats.org/officeDocument/2006/relationships/slideLayout" Target="../slideLayouts/slideLayout63.xml"/><Relationship Id="rId43" Type="http://schemas.openxmlformats.org/officeDocument/2006/relationships/slideLayout" Target="../slideLayouts/slideLayout84.xml"/><Relationship Id="rId64" Type="http://schemas.openxmlformats.org/officeDocument/2006/relationships/slideLayout" Target="../slideLayouts/slideLayout105.xml"/><Relationship Id="rId118" Type="http://schemas.openxmlformats.org/officeDocument/2006/relationships/slideLayout" Target="../slideLayouts/slideLayout159.xml"/><Relationship Id="rId139" Type="http://schemas.openxmlformats.org/officeDocument/2006/relationships/slideLayout" Target="../slideLayouts/slideLayout180.xml"/><Relationship Id="rId85" Type="http://schemas.openxmlformats.org/officeDocument/2006/relationships/slideLayout" Target="../slideLayouts/slideLayout126.xml"/><Relationship Id="rId150" Type="http://schemas.openxmlformats.org/officeDocument/2006/relationships/slideLayout" Target="../slideLayouts/slideLayout191.xml"/><Relationship Id="rId171" Type="http://schemas.openxmlformats.org/officeDocument/2006/relationships/slideLayout" Target="../slideLayouts/slideLayout212.xml"/><Relationship Id="rId192" Type="http://schemas.openxmlformats.org/officeDocument/2006/relationships/slideLayout" Target="../slideLayouts/slideLayout233.xml"/><Relationship Id="rId206" Type="http://schemas.openxmlformats.org/officeDocument/2006/relationships/slideLayout" Target="../slideLayouts/slideLayout247.xml"/><Relationship Id="rId227" Type="http://schemas.openxmlformats.org/officeDocument/2006/relationships/slideLayout" Target="../slideLayouts/slideLayout268.xml"/><Relationship Id="rId12" Type="http://schemas.openxmlformats.org/officeDocument/2006/relationships/slideLayout" Target="../slideLayouts/slideLayout53.xml"/><Relationship Id="rId33" Type="http://schemas.openxmlformats.org/officeDocument/2006/relationships/slideLayout" Target="../slideLayouts/slideLayout74.xml"/><Relationship Id="rId108" Type="http://schemas.openxmlformats.org/officeDocument/2006/relationships/slideLayout" Target="../slideLayouts/slideLayout149.xml"/><Relationship Id="rId129" Type="http://schemas.openxmlformats.org/officeDocument/2006/relationships/slideLayout" Target="../slideLayouts/slideLayout170.xml"/><Relationship Id="rId54" Type="http://schemas.openxmlformats.org/officeDocument/2006/relationships/slideLayout" Target="../slideLayouts/slideLayout95.xml"/><Relationship Id="rId75" Type="http://schemas.openxmlformats.org/officeDocument/2006/relationships/slideLayout" Target="../slideLayouts/slideLayout116.xml"/><Relationship Id="rId96" Type="http://schemas.openxmlformats.org/officeDocument/2006/relationships/slideLayout" Target="../slideLayouts/slideLayout137.xml"/><Relationship Id="rId140" Type="http://schemas.openxmlformats.org/officeDocument/2006/relationships/slideLayout" Target="../slideLayouts/slideLayout181.xml"/><Relationship Id="rId161" Type="http://schemas.openxmlformats.org/officeDocument/2006/relationships/slideLayout" Target="../slideLayouts/slideLayout202.xml"/><Relationship Id="rId182" Type="http://schemas.openxmlformats.org/officeDocument/2006/relationships/slideLayout" Target="../slideLayouts/slideLayout223.xml"/><Relationship Id="rId217" Type="http://schemas.openxmlformats.org/officeDocument/2006/relationships/slideLayout" Target="../slideLayouts/slideLayout258.xml"/><Relationship Id="rId6" Type="http://schemas.openxmlformats.org/officeDocument/2006/relationships/slideLayout" Target="../slideLayouts/slideLayout47.xml"/><Relationship Id="rId238" Type="http://schemas.openxmlformats.org/officeDocument/2006/relationships/oleObject" Target="../embeddings/oleObject2.bin"/><Relationship Id="rId23" Type="http://schemas.openxmlformats.org/officeDocument/2006/relationships/slideLayout" Target="../slideLayouts/slideLayout64.xml"/><Relationship Id="rId119" Type="http://schemas.openxmlformats.org/officeDocument/2006/relationships/slideLayout" Target="../slideLayouts/slideLayout160.xml"/><Relationship Id="rId44" Type="http://schemas.openxmlformats.org/officeDocument/2006/relationships/slideLayout" Target="../slideLayouts/slideLayout85.xml"/><Relationship Id="rId65" Type="http://schemas.openxmlformats.org/officeDocument/2006/relationships/slideLayout" Target="../slideLayouts/slideLayout106.xml"/><Relationship Id="rId86" Type="http://schemas.openxmlformats.org/officeDocument/2006/relationships/slideLayout" Target="../slideLayouts/slideLayout127.xml"/><Relationship Id="rId130" Type="http://schemas.openxmlformats.org/officeDocument/2006/relationships/slideLayout" Target="../slideLayouts/slideLayout171.xml"/><Relationship Id="rId151" Type="http://schemas.openxmlformats.org/officeDocument/2006/relationships/slideLayout" Target="../slideLayouts/slideLayout192.xml"/><Relationship Id="rId172" Type="http://schemas.openxmlformats.org/officeDocument/2006/relationships/slideLayout" Target="../slideLayouts/slideLayout213.xml"/><Relationship Id="rId193" Type="http://schemas.openxmlformats.org/officeDocument/2006/relationships/slideLayout" Target="../slideLayouts/slideLayout234.xml"/><Relationship Id="rId207" Type="http://schemas.openxmlformats.org/officeDocument/2006/relationships/slideLayout" Target="../slideLayouts/slideLayout248.xml"/><Relationship Id="rId228" Type="http://schemas.openxmlformats.org/officeDocument/2006/relationships/slideLayout" Target="../slideLayouts/slideLayout269.xml"/><Relationship Id="rId13" Type="http://schemas.openxmlformats.org/officeDocument/2006/relationships/slideLayout" Target="../slideLayouts/slideLayout54.xml"/><Relationship Id="rId109" Type="http://schemas.openxmlformats.org/officeDocument/2006/relationships/slideLayout" Target="../slideLayouts/slideLayout150.xml"/><Relationship Id="rId34" Type="http://schemas.openxmlformats.org/officeDocument/2006/relationships/slideLayout" Target="../slideLayouts/slideLayout75.xml"/><Relationship Id="rId55" Type="http://schemas.openxmlformats.org/officeDocument/2006/relationships/slideLayout" Target="../slideLayouts/slideLayout96.xml"/><Relationship Id="rId76" Type="http://schemas.openxmlformats.org/officeDocument/2006/relationships/slideLayout" Target="../slideLayouts/slideLayout117.xml"/><Relationship Id="rId97" Type="http://schemas.openxmlformats.org/officeDocument/2006/relationships/slideLayout" Target="../slideLayouts/slideLayout138.xml"/><Relationship Id="rId120" Type="http://schemas.openxmlformats.org/officeDocument/2006/relationships/slideLayout" Target="../slideLayouts/slideLayout161.xml"/><Relationship Id="rId141" Type="http://schemas.openxmlformats.org/officeDocument/2006/relationships/slideLayout" Target="../slideLayouts/slideLayout182.xml"/><Relationship Id="rId7" Type="http://schemas.openxmlformats.org/officeDocument/2006/relationships/slideLayout" Target="../slideLayouts/slideLayout48.xml"/><Relationship Id="rId162" Type="http://schemas.openxmlformats.org/officeDocument/2006/relationships/slideLayout" Target="../slideLayouts/slideLayout203.xml"/><Relationship Id="rId183" Type="http://schemas.openxmlformats.org/officeDocument/2006/relationships/slideLayout" Target="../slideLayouts/slideLayout224.xml"/><Relationship Id="rId218" Type="http://schemas.openxmlformats.org/officeDocument/2006/relationships/slideLayout" Target="../slideLayouts/slideLayout259.xml"/><Relationship Id="rId239" Type="http://schemas.openxmlformats.org/officeDocument/2006/relationships/image" Target="../media/image1.emf"/><Relationship Id="rId24" Type="http://schemas.openxmlformats.org/officeDocument/2006/relationships/slideLayout" Target="../slideLayouts/slideLayout65.xml"/><Relationship Id="rId45" Type="http://schemas.openxmlformats.org/officeDocument/2006/relationships/slideLayout" Target="../slideLayouts/slideLayout86.xml"/><Relationship Id="rId66" Type="http://schemas.openxmlformats.org/officeDocument/2006/relationships/slideLayout" Target="../slideLayouts/slideLayout107.xml"/><Relationship Id="rId87" Type="http://schemas.openxmlformats.org/officeDocument/2006/relationships/slideLayout" Target="../slideLayouts/slideLayout128.xml"/><Relationship Id="rId110" Type="http://schemas.openxmlformats.org/officeDocument/2006/relationships/slideLayout" Target="../slideLayouts/slideLayout151.xml"/><Relationship Id="rId131" Type="http://schemas.openxmlformats.org/officeDocument/2006/relationships/slideLayout" Target="../slideLayouts/slideLayout172.xml"/><Relationship Id="rId152" Type="http://schemas.openxmlformats.org/officeDocument/2006/relationships/slideLayout" Target="../slideLayouts/slideLayout193.xml"/><Relationship Id="rId173" Type="http://schemas.openxmlformats.org/officeDocument/2006/relationships/slideLayout" Target="../slideLayouts/slideLayout214.xml"/><Relationship Id="rId194" Type="http://schemas.openxmlformats.org/officeDocument/2006/relationships/slideLayout" Target="../slideLayouts/slideLayout235.xml"/><Relationship Id="rId208" Type="http://schemas.openxmlformats.org/officeDocument/2006/relationships/slideLayout" Target="../slideLayouts/slideLayout249.xml"/><Relationship Id="rId229" Type="http://schemas.openxmlformats.org/officeDocument/2006/relationships/slideLayout" Target="../slideLayouts/slideLayout270.xml"/><Relationship Id="rId14" Type="http://schemas.openxmlformats.org/officeDocument/2006/relationships/slideLayout" Target="../slideLayouts/slideLayout55.xml"/><Relationship Id="rId35" Type="http://schemas.openxmlformats.org/officeDocument/2006/relationships/slideLayout" Target="../slideLayouts/slideLayout76.xml"/><Relationship Id="rId56" Type="http://schemas.openxmlformats.org/officeDocument/2006/relationships/slideLayout" Target="../slideLayouts/slideLayout97.xml"/><Relationship Id="rId77" Type="http://schemas.openxmlformats.org/officeDocument/2006/relationships/slideLayout" Target="../slideLayouts/slideLayout118.xml"/><Relationship Id="rId100" Type="http://schemas.openxmlformats.org/officeDocument/2006/relationships/slideLayout" Target="../slideLayouts/slideLayout141.xml"/><Relationship Id="rId8" Type="http://schemas.openxmlformats.org/officeDocument/2006/relationships/slideLayout" Target="../slideLayouts/slideLayout49.xml"/><Relationship Id="rId98" Type="http://schemas.openxmlformats.org/officeDocument/2006/relationships/slideLayout" Target="../slideLayouts/slideLayout139.xml"/><Relationship Id="rId121" Type="http://schemas.openxmlformats.org/officeDocument/2006/relationships/slideLayout" Target="../slideLayouts/slideLayout162.xml"/><Relationship Id="rId142" Type="http://schemas.openxmlformats.org/officeDocument/2006/relationships/slideLayout" Target="../slideLayouts/slideLayout183.xml"/><Relationship Id="rId163" Type="http://schemas.openxmlformats.org/officeDocument/2006/relationships/slideLayout" Target="../slideLayouts/slideLayout204.xml"/><Relationship Id="rId184" Type="http://schemas.openxmlformats.org/officeDocument/2006/relationships/slideLayout" Target="../slideLayouts/slideLayout225.xml"/><Relationship Id="rId219" Type="http://schemas.openxmlformats.org/officeDocument/2006/relationships/slideLayout" Target="../slideLayouts/slideLayout260.xml"/><Relationship Id="rId230" Type="http://schemas.openxmlformats.org/officeDocument/2006/relationships/slideLayout" Target="../slideLayouts/slideLayout271.xml"/><Relationship Id="rId25" Type="http://schemas.openxmlformats.org/officeDocument/2006/relationships/slideLayout" Target="../slideLayouts/slideLayout66.xml"/><Relationship Id="rId46" Type="http://schemas.openxmlformats.org/officeDocument/2006/relationships/slideLayout" Target="../slideLayouts/slideLayout87.xml"/><Relationship Id="rId67" Type="http://schemas.openxmlformats.org/officeDocument/2006/relationships/slideLayout" Target="../slideLayouts/slideLayout108.xml"/><Relationship Id="rId88" Type="http://schemas.openxmlformats.org/officeDocument/2006/relationships/slideLayout" Target="../slideLayouts/slideLayout129.xml"/><Relationship Id="rId111" Type="http://schemas.openxmlformats.org/officeDocument/2006/relationships/slideLayout" Target="../slideLayouts/slideLayout152.xml"/><Relationship Id="rId132" Type="http://schemas.openxmlformats.org/officeDocument/2006/relationships/slideLayout" Target="../slideLayouts/slideLayout173.xml"/><Relationship Id="rId153" Type="http://schemas.openxmlformats.org/officeDocument/2006/relationships/slideLayout" Target="../slideLayouts/slideLayout194.xml"/><Relationship Id="rId174" Type="http://schemas.openxmlformats.org/officeDocument/2006/relationships/slideLayout" Target="../slideLayouts/slideLayout215.xml"/><Relationship Id="rId195" Type="http://schemas.openxmlformats.org/officeDocument/2006/relationships/slideLayout" Target="../slideLayouts/slideLayout236.xml"/><Relationship Id="rId209" Type="http://schemas.openxmlformats.org/officeDocument/2006/relationships/slideLayout" Target="../slideLayouts/slideLayout250.xml"/><Relationship Id="rId190" Type="http://schemas.openxmlformats.org/officeDocument/2006/relationships/slideLayout" Target="../slideLayouts/slideLayout231.xml"/><Relationship Id="rId204" Type="http://schemas.openxmlformats.org/officeDocument/2006/relationships/slideLayout" Target="../slideLayouts/slideLayout245.xml"/><Relationship Id="rId220" Type="http://schemas.openxmlformats.org/officeDocument/2006/relationships/slideLayout" Target="../slideLayouts/slideLayout261.xml"/><Relationship Id="rId225" Type="http://schemas.openxmlformats.org/officeDocument/2006/relationships/slideLayout" Target="../slideLayouts/slideLayout266.xml"/><Relationship Id="rId15" Type="http://schemas.openxmlformats.org/officeDocument/2006/relationships/slideLayout" Target="../slideLayouts/slideLayout56.xml"/><Relationship Id="rId36" Type="http://schemas.openxmlformats.org/officeDocument/2006/relationships/slideLayout" Target="../slideLayouts/slideLayout77.xml"/><Relationship Id="rId57" Type="http://schemas.openxmlformats.org/officeDocument/2006/relationships/slideLayout" Target="../slideLayouts/slideLayout98.xml"/><Relationship Id="rId106" Type="http://schemas.openxmlformats.org/officeDocument/2006/relationships/slideLayout" Target="../slideLayouts/slideLayout147.xml"/><Relationship Id="rId127" Type="http://schemas.openxmlformats.org/officeDocument/2006/relationships/slideLayout" Target="../slideLayouts/slideLayout168.xml"/><Relationship Id="rId10" Type="http://schemas.openxmlformats.org/officeDocument/2006/relationships/slideLayout" Target="../slideLayouts/slideLayout51.xml"/><Relationship Id="rId31" Type="http://schemas.openxmlformats.org/officeDocument/2006/relationships/slideLayout" Target="../slideLayouts/slideLayout72.xml"/><Relationship Id="rId52" Type="http://schemas.openxmlformats.org/officeDocument/2006/relationships/slideLayout" Target="../slideLayouts/slideLayout93.xml"/><Relationship Id="rId73" Type="http://schemas.openxmlformats.org/officeDocument/2006/relationships/slideLayout" Target="../slideLayouts/slideLayout114.xml"/><Relationship Id="rId78" Type="http://schemas.openxmlformats.org/officeDocument/2006/relationships/slideLayout" Target="../slideLayouts/slideLayout119.xml"/><Relationship Id="rId94" Type="http://schemas.openxmlformats.org/officeDocument/2006/relationships/slideLayout" Target="../slideLayouts/slideLayout135.xml"/><Relationship Id="rId99" Type="http://schemas.openxmlformats.org/officeDocument/2006/relationships/slideLayout" Target="../slideLayouts/slideLayout140.xml"/><Relationship Id="rId101" Type="http://schemas.openxmlformats.org/officeDocument/2006/relationships/slideLayout" Target="../slideLayouts/slideLayout142.xml"/><Relationship Id="rId122" Type="http://schemas.openxmlformats.org/officeDocument/2006/relationships/slideLayout" Target="../slideLayouts/slideLayout163.xml"/><Relationship Id="rId143" Type="http://schemas.openxmlformats.org/officeDocument/2006/relationships/slideLayout" Target="../slideLayouts/slideLayout184.xml"/><Relationship Id="rId148" Type="http://schemas.openxmlformats.org/officeDocument/2006/relationships/slideLayout" Target="../slideLayouts/slideLayout189.xml"/><Relationship Id="rId164" Type="http://schemas.openxmlformats.org/officeDocument/2006/relationships/slideLayout" Target="../slideLayouts/slideLayout205.xml"/><Relationship Id="rId169" Type="http://schemas.openxmlformats.org/officeDocument/2006/relationships/slideLayout" Target="../slideLayouts/slideLayout210.xml"/><Relationship Id="rId185" Type="http://schemas.openxmlformats.org/officeDocument/2006/relationships/slideLayout" Target="../slideLayouts/slideLayout226.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80" Type="http://schemas.openxmlformats.org/officeDocument/2006/relationships/slideLayout" Target="../slideLayouts/slideLayout221.xml"/><Relationship Id="rId210" Type="http://schemas.openxmlformats.org/officeDocument/2006/relationships/slideLayout" Target="../slideLayouts/slideLayout251.xml"/><Relationship Id="rId215" Type="http://schemas.openxmlformats.org/officeDocument/2006/relationships/slideLayout" Target="../slideLayouts/slideLayout256.xml"/><Relationship Id="rId236" Type="http://schemas.openxmlformats.org/officeDocument/2006/relationships/tags" Target="../tags/tag2.xml"/><Relationship Id="rId26" Type="http://schemas.openxmlformats.org/officeDocument/2006/relationships/slideLayout" Target="../slideLayouts/slideLayout67.xml"/><Relationship Id="rId231" Type="http://schemas.openxmlformats.org/officeDocument/2006/relationships/slideLayout" Target="../slideLayouts/slideLayout272.xml"/><Relationship Id="rId47" Type="http://schemas.openxmlformats.org/officeDocument/2006/relationships/slideLayout" Target="../slideLayouts/slideLayout88.xml"/><Relationship Id="rId68" Type="http://schemas.openxmlformats.org/officeDocument/2006/relationships/slideLayout" Target="../slideLayouts/slideLayout109.xml"/><Relationship Id="rId89" Type="http://schemas.openxmlformats.org/officeDocument/2006/relationships/slideLayout" Target="../slideLayouts/slideLayout130.xml"/><Relationship Id="rId112" Type="http://schemas.openxmlformats.org/officeDocument/2006/relationships/slideLayout" Target="../slideLayouts/slideLayout153.xml"/><Relationship Id="rId133" Type="http://schemas.openxmlformats.org/officeDocument/2006/relationships/slideLayout" Target="../slideLayouts/slideLayout174.xml"/><Relationship Id="rId154" Type="http://schemas.openxmlformats.org/officeDocument/2006/relationships/slideLayout" Target="../slideLayouts/slideLayout195.xml"/><Relationship Id="rId175" Type="http://schemas.openxmlformats.org/officeDocument/2006/relationships/slideLayout" Target="../slideLayouts/slideLayout216.xml"/><Relationship Id="rId196" Type="http://schemas.openxmlformats.org/officeDocument/2006/relationships/slideLayout" Target="../slideLayouts/slideLayout237.xml"/><Relationship Id="rId200" Type="http://schemas.openxmlformats.org/officeDocument/2006/relationships/slideLayout" Target="../slideLayouts/slideLayout241.xml"/><Relationship Id="rId16" Type="http://schemas.openxmlformats.org/officeDocument/2006/relationships/slideLayout" Target="../slideLayouts/slideLayout57.xml"/><Relationship Id="rId221" Type="http://schemas.openxmlformats.org/officeDocument/2006/relationships/slideLayout" Target="../slideLayouts/slideLayout262.xml"/><Relationship Id="rId37" Type="http://schemas.openxmlformats.org/officeDocument/2006/relationships/slideLayout" Target="../slideLayouts/slideLayout78.xml"/><Relationship Id="rId58" Type="http://schemas.openxmlformats.org/officeDocument/2006/relationships/slideLayout" Target="../slideLayouts/slideLayout99.xml"/><Relationship Id="rId79" Type="http://schemas.openxmlformats.org/officeDocument/2006/relationships/slideLayout" Target="../slideLayouts/slideLayout120.xml"/><Relationship Id="rId102" Type="http://schemas.openxmlformats.org/officeDocument/2006/relationships/slideLayout" Target="../slideLayouts/slideLayout143.xml"/><Relationship Id="rId123" Type="http://schemas.openxmlformats.org/officeDocument/2006/relationships/slideLayout" Target="../slideLayouts/slideLayout164.xml"/><Relationship Id="rId144" Type="http://schemas.openxmlformats.org/officeDocument/2006/relationships/slideLayout" Target="../slideLayouts/slideLayout185.xml"/><Relationship Id="rId90" Type="http://schemas.openxmlformats.org/officeDocument/2006/relationships/slideLayout" Target="../slideLayouts/slideLayout131.xml"/><Relationship Id="rId165" Type="http://schemas.openxmlformats.org/officeDocument/2006/relationships/slideLayout" Target="../slideLayouts/slideLayout206.xml"/><Relationship Id="rId186" Type="http://schemas.openxmlformats.org/officeDocument/2006/relationships/slideLayout" Target="../slideLayouts/slideLayout227.xml"/><Relationship Id="rId211" Type="http://schemas.openxmlformats.org/officeDocument/2006/relationships/slideLayout" Target="../slideLayouts/slideLayout252.xml"/><Relationship Id="rId232" Type="http://schemas.openxmlformats.org/officeDocument/2006/relationships/slideLayout" Target="../slideLayouts/slideLayout273.xml"/><Relationship Id="rId27" Type="http://schemas.openxmlformats.org/officeDocument/2006/relationships/slideLayout" Target="../slideLayouts/slideLayout68.xml"/><Relationship Id="rId48" Type="http://schemas.openxmlformats.org/officeDocument/2006/relationships/slideLayout" Target="../slideLayouts/slideLayout89.xml"/><Relationship Id="rId69" Type="http://schemas.openxmlformats.org/officeDocument/2006/relationships/slideLayout" Target="../slideLayouts/slideLayout110.xml"/><Relationship Id="rId113" Type="http://schemas.openxmlformats.org/officeDocument/2006/relationships/slideLayout" Target="../slideLayouts/slideLayout154.xml"/><Relationship Id="rId134" Type="http://schemas.openxmlformats.org/officeDocument/2006/relationships/slideLayout" Target="../slideLayouts/slideLayout175.xml"/><Relationship Id="rId80" Type="http://schemas.openxmlformats.org/officeDocument/2006/relationships/slideLayout" Target="../slideLayouts/slideLayout121.xml"/><Relationship Id="rId155" Type="http://schemas.openxmlformats.org/officeDocument/2006/relationships/slideLayout" Target="../slideLayouts/slideLayout196.xml"/><Relationship Id="rId176" Type="http://schemas.openxmlformats.org/officeDocument/2006/relationships/slideLayout" Target="../slideLayouts/slideLayout217.xml"/><Relationship Id="rId197" Type="http://schemas.openxmlformats.org/officeDocument/2006/relationships/slideLayout" Target="../slideLayouts/slideLayout238.xml"/><Relationship Id="rId201" Type="http://schemas.openxmlformats.org/officeDocument/2006/relationships/slideLayout" Target="../slideLayouts/slideLayout242.xml"/><Relationship Id="rId222" Type="http://schemas.openxmlformats.org/officeDocument/2006/relationships/slideLayout" Target="../slideLayouts/slideLayout263.xml"/><Relationship Id="rId17" Type="http://schemas.openxmlformats.org/officeDocument/2006/relationships/slideLayout" Target="../slideLayouts/slideLayout58.xml"/><Relationship Id="rId38" Type="http://schemas.openxmlformats.org/officeDocument/2006/relationships/slideLayout" Target="../slideLayouts/slideLayout79.xml"/><Relationship Id="rId59" Type="http://schemas.openxmlformats.org/officeDocument/2006/relationships/slideLayout" Target="../slideLayouts/slideLayout100.xml"/><Relationship Id="rId103" Type="http://schemas.openxmlformats.org/officeDocument/2006/relationships/slideLayout" Target="../slideLayouts/slideLayout144.xml"/><Relationship Id="rId124" Type="http://schemas.openxmlformats.org/officeDocument/2006/relationships/slideLayout" Target="../slideLayouts/slideLayout165.xml"/><Relationship Id="rId70" Type="http://schemas.openxmlformats.org/officeDocument/2006/relationships/slideLayout" Target="../slideLayouts/slideLayout111.xml"/><Relationship Id="rId91" Type="http://schemas.openxmlformats.org/officeDocument/2006/relationships/slideLayout" Target="../slideLayouts/slideLayout132.xml"/><Relationship Id="rId145" Type="http://schemas.openxmlformats.org/officeDocument/2006/relationships/slideLayout" Target="../slideLayouts/slideLayout186.xml"/><Relationship Id="rId166" Type="http://schemas.openxmlformats.org/officeDocument/2006/relationships/slideLayout" Target="../slideLayouts/slideLayout207.xml"/><Relationship Id="rId187" Type="http://schemas.openxmlformats.org/officeDocument/2006/relationships/slideLayout" Target="../slideLayouts/slideLayout228.xml"/><Relationship Id="rId1" Type="http://schemas.openxmlformats.org/officeDocument/2006/relationships/slideLayout" Target="../slideLayouts/slideLayout42.xml"/><Relationship Id="rId212" Type="http://schemas.openxmlformats.org/officeDocument/2006/relationships/slideLayout" Target="../slideLayouts/slideLayout253.xml"/><Relationship Id="rId233" Type="http://schemas.openxmlformats.org/officeDocument/2006/relationships/slideLayout" Target="../slideLayouts/slideLayout274.xml"/><Relationship Id="rId28" Type="http://schemas.openxmlformats.org/officeDocument/2006/relationships/slideLayout" Target="../slideLayouts/slideLayout69.xml"/><Relationship Id="rId49" Type="http://schemas.openxmlformats.org/officeDocument/2006/relationships/slideLayout" Target="../slideLayouts/slideLayout90.xml"/><Relationship Id="rId114" Type="http://schemas.openxmlformats.org/officeDocument/2006/relationships/slideLayout" Target="../slideLayouts/slideLayout155.xml"/><Relationship Id="rId60" Type="http://schemas.openxmlformats.org/officeDocument/2006/relationships/slideLayout" Target="../slideLayouts/slideLayout101.xml"/><Relationship Id="rId81" Type="http://schemas.openxmlformats.org/officeDocument/2006/relationships/slideLayout" Target="../slideLayouts/slideLayout122.xml"/><Relationship Id="rId135" Type="http://schemas.openxmlformats.org/officeDocument/2006/relationships/slideLayout" Target="../slideLayouts/slideLayout176.xml"/><Relationship Id="rId156" Type="http://schemas.openxmlformats.org/officeDocument/2006/relationships/slideLayout" Target="../slideLayouts/slideLayout197.xml"/><Relationship Id="rId177" Type="http://schemas.openxmlformats.org/officeDocument/2006/relationships/slideLayout" Target="../slideLayouts/slideLayout218.xml"/><Relationship Id="rId198" Type="http://schemas.openxmlformats.org/officeDocument/2006/relationships/slideLayout" Target="../slideLayouts/slideLayout239.xml"/><Relationship Id="rId202" Type="http://schemas.openxmlformats.org/officeDocument/2006/relationships/slideLayout" Target="../slideLayouts/slideLayout243.xml"/><Relationship Id="rId223" Type="http://schemas.openxmlformats.org/officeDocument/2006/relationships/slideLayout" Target="../slideLayouts/slideLayout264.xml"/><Relationship Id="rId18" Type="http://schemas.openxmlformats.org/officeDocument/2006/relationships/slideLayout" Target="../slideLayouts/slideLayout59.xml"/><Relationship Id="rId39" Type="http://schemas.openxmlformats.org/officeDocument/2006/relationships/slideLayout" Target="../slideLayouts/slideLayout80.xml"/><Relationship Id="rId50" Type="http://schemas.openxmlformats.org/officeDocument/2006/relationships/slideLayout" Target="../slideLayouts/slideLayout91.xml"/><Relationship Id="rId104" Type="http://schemas.openxmlformats.org/officeDocument/2006/relationships/slideLayout" Target="../slideLayouts/slideLayout145.xml"/><Relationship Id="rId125" Type="http://schemas.openxmlformats.org/officeDocument/2006/relationships/slideLayout" Target="../slideLayouts/slideLayout166.xml"/><Relationship Id="rId146" Type="http://schemas.openxmlformats.org/officeDocument/2006/relationships/slideLayout" Target="../slideLayouts/slideLayout187.xml"/><Relationship Id="rId167" Type="http://schemas.openxmlformats.org/officeDocument/2006/relationships/slideLayout" Target="../slideLayouts/slideLayout208.xml"/><Relationship Id="rId188" Type="http://schemas.openxmlformats.org/officeDocument/2006/relationships/slideLayout" Target="../slideLayouts/slideLayout229.xml"/><Relationship Id="rId71" Type="http://schemas.openxmlformats.org/officeDocument/2006/relationships/slideLayout" Target="../slideLayouts/slideLayout112.xml"/><Relationship Id="rId92" Type="http://schemas.openxmlformats.org/officeDocument/2006/relationships/slideLayout" Target="../slideLayouts/slideLayout133.xml"/><Relationship Id="rId213" Type="http://schemas.openxmlformats.org/officeDocument/2006/relationships/slideLayout" Target="../slideLayouts/slideLayout254.xml"/><Relationship Id="rId234" Type="http://schemas.openxmlformats.org/officeDocument/2006/relationships/slideLayout" Target="../slideLayouts/slideLayout275.xml"/><Relationship Id="rId2" Type="http://schemas.openxmlformats.org/officeDocument/2006/relationships/slideLayout" Target="../slideLayouts/slideLayout43.xml"/><Relationship Id="rId29" Type="http://schemas.openxmlformats.org/officeDocument/2006/relationships/slideLayout" Target="../slideLayouts/slideLayout70.xml"/><Relationship Id="rId40" Type="http://schemas.openxmlformats.org/officeDocument/2006/relationships/slideLayout" Target="../slideLayouts/slideLayout81.xml"/><Relationship Id="rId115" Type="http://schemas.openxmlformats.org/officeDocument/2006/relationships/slideLayout" Target="../slideLayouts/slideLayout156.xml"/><Relationship Id="rId136" Type="http://schemas.openxmlformats.org/officeDocument/2006/relationships/slideLayout" Target="../slideLayouts/slideLayout177.xml"/><Relationship Id="rId157" Type="http://schemas.openxmlformats.org/officeDocument/2006/relationships/slideLayout" Target="../slideLayouts/slideLayout198.xml"/><Relationship Id="rId178" Type="http://schemas.openxmlformats.org/officeDocument/2006/relationships/slideLayout" Target="../slideLayouts/slideLayout219.xml"/><Relationship Id="rId61" Type="http://schemas.openxmlformats.org/officeDocument/2006/relationships/slideLayout" Target="../slideLayouts/slideLayout102.xml"/><Relationship Id="rId82" Type="http://schemas.openxmlformats.org/officeDocument/2006/relationships/slideLayout" Target="../slideLayouts/slideLayout123.xml"/><Relationship Id="rId199" Type="http://schemas.openxmlformats.org/officeDocument/2006/relationships/slideLayout" Target="../slideLayouts/slideLayout240.xml"/><Relationship Id="rId203" Type="http://schemas.openxmlformats.org/officeDocument/2006/relationships/slideLayout" Target="../slideLayouts/slideLayout244.xml"/><Relationship Id="rId19" Type="http://schemas.openxmlformats.org/officeDocument/2006/relationships/slideLayout" Target="../slideLayouts/slideLayout60.xml"/><Relationship Id="rId224" Type="http://schemas.openxmlformats.org/officeDocument/2006/relationships/slideLayout" Target="../slideLayouts/slideLayout265.xml"/><Relationship Id="rId30" Type="http://schemas.openxmlformats.org/officeDocument/2006/relationships/slideLayout" Target="../slideLayouts/slideLayout71.xml"/><Relationship Id="rId105" Type="http://schemas.openxmlformats.org/officeDocument/2006/relationships/slideLayout" Target="../slideLayouts/slideLayout146.xml"/><Relationship Id="rId126" Type="http://schemas.openxmlformats.org/officeDocument/2006/relationships/slideLayout" Target="../slideLayouts/slideLayout167.xml"/><Relationship Id="rId147" Type="http://schemas.openxmlformats.org/officeDocument/2006/relationships/slideLayout" Target="../slideLayouts/slideLayout188.xml"/><Relationship Id="rId168" Type="http://schemas.openxmlformats.org/officeDocument/2006/relationships/slideLayout" Target="../slideLayouts/slideLayout209.xml"/><Relationship Id="rId51" Type="http://schemas.openxmlformats.org/officeDocument/2006/relationships/slideLayout" Target="../slideLayouts/slideLayout92.xml"/><Relationship Id="rId72" Type="http://schemas.openxmlformats.org/officeDocument/2006/relationships/slideLayout" Target="../slideLayouts/slideLayout113.xml"/><Relationship Id="rId93" Type="http://schemas.openxmlformats.org/officeDocument/2006/relationships/slideLayout" Target="../slideLayouts/slideLayout134.xml"/><Relationship Id="rId189" Type="http://schemas.openxmlformats.org/officeDocument/2006/relationships/slideLayout" Target="../slideLayouts/slideLayout230.xml"/><Relationship Id="rId3" Type="http://schemas.openxmlformats.org/officeDocument/2006/relationships/slideLayout" Target="../slideLayouts/slideLayout44.xml"/><Relationship Id="rId214" Type="http://schemas.openxmlformats.org/officeDocument/2006/relationships/slideLayout" Target="../slideLayouts/slideLayout255.xml"/><Relationship Id="rId235" Type="http://schemas.openxmlformats.org/officeDocument/2006/relationships/theme" Target="../theme/theme2.xml"/><Relationship Id="rId116" Type="http://schemas.openxmlformats.org/officeDocument/2006/relationships/slideLayout" Target="../slideLayouts/slideLayout157.xml"/><Relationship Id="rId137" Type="http://schemas.openxmlformats.org/officeDocument/2006/relationships/slideLayout" Target="../slideLayouts/slideLayout178.xml"/><Relationship Id="rId158" Type="http://schemas.openxmlformats.org/officeDocument/2006/relationships/slideLayout" Target="../slideLayouts/slideLayout199.xml"/><Relationship Id="rId20" Type="http://schemas.openxmlformats.org/officeDocument/2006/relationships/slideLayout" Target="../slideLayouts/slideLayout61.xml"/><Relationship Id="rId41" Type="http://schemas.openxmlformats.org/officeDocument/2006/relationships/slideLayout" Target="../slideLayouts/slideLayout82.xml"/><Relationship Id="rId62" Type="http://schemas.openxmlformats.org/officeDocument/2006/relationships/slideLayout" Target="../slideLayouts/slideLayout103.xml"/><Relationship Id="rId83" Type="http://schemas.openxmlformats.org/officeDocument/2006/relationships/slideLayout" Target="../slideLayouts/slideLayout124.xml"/><Relationship Id="rId179" Type="http://schemas.openxmlformats.org/officeDocument/2006/relationships/slideLayout" Target="../slideLayouts/slideLayout2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3"/>
            </p:custDataLst>
            <p:extLst>
              <p:ext uri="{D42A27DB-BD31-4B8C-83A1-F6EECF244321}">
                <p14:modId xmlns:p14="http://schemas.microsoft.com/office/powerpoint/2010/main" val="1616855049"/>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44" imgW="270" imgH="270" progId="TCLayout.ActiveDocument.1">
                  <p:embed/>
                </p:oleObj>
              </mc:Choice>
              <mc:Fallback>
                <p:oleObj name="think-cell Slide" r:id="rId44" imgW="270" imgH="270" progId="TCLayout.ActiveDocument.1">
                  <p:embed/>
                  <p:pic>
                    <p:nvPicPr>
                      <p:cNvPr id="4" name="Object 3" hidden="1"/>
                      <p:cNvPicPr/>
                      <p:nvPr/>
                    </p:nvPicPr>
                    <p:blipFill>
                      <a:blip r:embed="rId45"/>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94177760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236"/>
            </p:custDataLst>
            <p:extLst>
              <p:ext uri="{D42A27DB-BD31-4B8C-83A1-F6EECF244321}">
                <p14:modId xmlns:p14="http://schemas.microsoft.com/office/powerpoint/2010/main" val="4139612501"/>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238" imgW="270" imgH="270" progId="TCLayout.ActiveDocument.1">
                  <p:embed/>
                </p:oleObj>
              </mc:Choice>
              <mc:Fallback>
                <p:oleObj name="think-cell Slide" r:id="rId238" imgW="270" imgH="270" progId="TCLayout.ActiveDocument.1">
                  <p:embed/>
                  <p:pic>
                    <p:nvPicPr>
                      <p:cNvPr id="4" name="Object 3" hidden="1"/>
                      <p:cNvPicPr/>
                      <p:nvPr/>
                    </p:nvPicPr>
                    <p:blipFill>
                      <a:blip r:embed="rId239"/>
                      <a:stretch>
                        <a:fillRect/>
                      </a:stretch>
                    </p:blipFill>
                    <p:spPr>
                      <a:xfrm>
                        <a:off x="2119" y="1589"/>
                        <a:ext cx="2116" cy="1587"/>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D6E2585C-B772-44C1-AB70-BDAABE137B1A}"/>
              </a:ext>
            </a:extLst>
          </p:cNvPr>
          <p:cNvSpPr/>
          <p:nvPr userDrawn="1">
            <p:custDataLst>
              <p:tags r:id="rId237"/>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000" b="0" i="0" baseline="0">
              <a:solidFill>
                <a:schemeClr val="bg1"/>
              </a:solidFill>
              <a:latin typeface="Open Sans" panose="020B0606030504020204" pitchFamily="34" charset="0"/>
              <a:ea typeface="+mj-ea"/>
              <a:cs typeface="+mj-cs"/>
              <a:sym typeface="Open Sans" panose="020B0606030504020204" pitchFamily="34" charset="0"/>
            </a:endParaRPr>
          </a:p>
        </p:txBody>
      </p:sp>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Box 14">
            <a:extLst>
              <a:ext uri="{FF2B5EF4-FFF2-40B4-BE49-F238E27FC236}">
                <a16:creationId xmlns:a16="http://schemas.microsoft.com/office/drawing/2014/main" id="{7555A4A8-E969-4DAA-B77A-0C2B155A47E1}"/>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
        <p:nvSpPr>
          <p:cNvPr id="8" name="Rectangle 7">
            <a:extLst>
              <a:ext uri="{FF2B5EF4-FFF2-40B4-BE49-F238E27FC236}">
                <a16:creationId xmlns:a16="http://schemas.microsoft.com/office/drawing/2014/main" id="{F2963A3D-F64E-40A8-94B5-97FE83DCEF71}"/>
              </a:ext>
            </a:extLst>
          </p:cNvPr>
          <p:cNvSpPr/>
          <p:nvPr/>
        </p:nvSpPr>
        <p:spPr>
          <a:xfrm rot="5400000">
            <a:off x="-649224" y="645307"/>
            <a:ext cx="1371600" cy="73730"/>
          </a:xfrm>
          <a:prstGeom prst="rect">
            <a:avLst/>
          </a:prstGeom>
          <a:solidFill>
            <a:srgbClr val="43B0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584504F-1351-46B9-A00B-491243E17420}"/>
              </a:ext>
            </a:extLst>
          </p:cNvPr>
          <p:cNvSpPr/>
          <p:nvPr/>
        </p:nvSpPr>
        <p:spPr>
          <a:xfrm rot="5400000">
            <a:off x="-649224" y="2016907"/>
            <a:ext cx="1371600" cy="73730"/>
          </a:xfrm>
          <a:prstGeom prst="rect">
            <a:avLst/>
          </a:prstGeom>
          <a:solidFill>
            <a:srgbClr val="9799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BBFCE6A-4AA4-48BB-828A-11F4417C75CE}"/>
              </a:ext>
            </a:extLst>
          </p:cNvPr>
          <p:cNvSpPr/>
          <p:nvPr/>
        </p:nvSpPr>
        <p:spPr>
          <a:xfrm rot="5400000">
            <a:off x="-649224" y="3388507"/>
            <a:ext cx="1371600" cy="73730"/>
          </a:xfrm>
          <a:prstGeom prst="rect">
            <a:avLst/>
          </a:prstGeom>
          <a:solidFill>
            <a:srgbClr val="00AB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21EC301-73A3-466B-BB84-277E90E678DB}"/>
              </a:ext>
            </a:extLst>
          </p:cNvPr>
          <p:cNvSpPr/>
          <p:nvPr/>
        </p:nvSpPr>
        <p:spPr>
          <a:xfrm rot="5400000">
            <a:off x="-649224" y="4760107"/>
            <a:ext cx="1371600" cy="73730"/>
          </a:xfrm>
          <a:prstGeom prst="rect">
            <a:avLst/>
          </a:prstGeom>
          <a:solidFill>
            <a:srgbClr val="00A3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FDF01FD-4928-4D80-9AAF-FC198CA0D111}"/>
              </a:ext>
            </a:extLst>
          </p:cNvPr>
          <p:cNvSpPr/>
          <p:nvPr/>
        </p:nvSpPr>
        <p:spPr>
          <a:xfrm rot="5400000">
            <a:off x="-652707" y="6131851"/>
            <a:ext cx="1378856" cy="73441"/>
          </a:xfrm>
          <a:prstGeom prst="rect">
            <a:avLst/>
          </a:prstGeom>
          <a:solidFill>
            <a:srgbClr val="86BC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3414815"/>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 id="2147483732" r:id="rId29"/>
    <p:sldLayoutId id="2147483733" r:id="rId30"/>
    <p:sldLayoutId id="2147483734" r:id="rId31"/>
    <p:sldLayoutId id="2147483735" r:id="rId32"/>
    <p:sldLayoutId id="2147483736" r:id="rId33"/>
    <p:sldLayoutId id="2147483737" r:id="rId34"/>
    <p:sldLayoutId id="2147483738" r:id="rId35"/>
    <p:sldLayoutId id="2147483739" r:id="rId36"/>
    <p:sldLayoutId id="2147483740" r:id="rId37"/>
    <p:sldLayoutId id="2147483741" r:id="rId38"/>
    <p:sldLayoutId id="2147483742" r:id="rId39"/>
    <p:sldLayoutId id="2147483743" r:id="rId40"/>
    <p:sldLayoutId id="2147483744" r:id="rId41"/>
    <p:sldLayoutId id="2147483745" r:id="rId42"/>
    <p:sldLayoutId id="2147483746" r:id="rId43"/>
    <p:sldLayoutId id="2147483747" r:id="rId44"/>
    <p:sldLayoutId id="2147483748" r:id="rId45"/>
    <p:sldLayoutId id="2147483749" r:id="rId46"/>
    <p:sldLayoutId id="2147483750" r:id="rId47"/>
    <p:sldLayoutId id="2147483751" r:id="rId48"/>
    <p:sldLayoutId id="2147483752" r:id="rId49"/>
    <p:sldLayoutId id="2147483753" r:id="rId50"/>
    <p:sldLayoutId id="2147483754" r:id="rId51"/>
    <p:sldLayoutId id="2147483755" r:id="rId52"/>
    <p:sldLayoutId id="2147483756" r:id="rId53"/>
    <p:sldLayoutId id="2147483757" r:id="rId54"/>
    <p:sldLayoutId id="2147483758" r:id="rId55"/>
    <p:sldLayoutId id="2147483759" r:id="rId56"/>
    <p:sldLayoutId id="2147483760" r:id="rId57"/>
    <p:sldLayoutId id="2147483761" r:id="rId58"/>
    <p:sldLayoutId id="2147483762" r:id="rId59"/>
    <p:sldLayoutId id="2147483763" r:id="rId60"/>
    <p:sldLayoutId id="2147483764" r:id="rId61"/>
    <p:sldLayoutId id="2147483765" r:id="rId62"/>
    <p:sldLayoutId id="2147483766" r:id="rId63"/>
    <p:sldLayoutId id="2147483767" r:id="rId64"/>
    <p:sldLayoutId id="2147483768" r:id="rId65"/>
    <p:sldLayoutId id="2147483769" r:id="rId66"/>
    <p:sldLayoutId id="2147483770" r:id="rId67"/>
    <p:sldLayoutId id="2147483771" r:id="rId68"/>
    <p:sldLayoutId id="2147483772" r:id="rId69"/>
    <p:sldLayoutId id="2147483773" r:id="rId70"/>
    <p:sldLayoutId id="2147483774" r:id="rId71"/>
    <p:sldLayoutId id="2147483775" r:id="rId72"/>
    <p:sldLayoutId id="2147483776" r:id="rId73"/>
    <p:sldLayoutId id="2147483777" r:id="rId74"/>
    <p:sldLayoutId id="2147483778" r:id="rId75"/>
    <p:sldLayoutId id="2147483779" r:id="rId76"/>
    <p:sldLayoutId id="2147483780" r:id="rId77"/>
    <p:sldLayoutId id="2147483781" r:id="rId78"/>
    <p:sldLayoutId id="2147483782" r:id="rId79"/>
    <p:sldLayoutId id="2147483783" r:id="rId80"/>
    <p:sldLayoutId id="2147483784" r:id="rId81"/>
    <p:sldLayoutId id="2147483785" r:id="rId82"/>
    <p:sldLayoutId id="2147483786" r:id="rId83"/>
    <p:sldLayoutId id="2147483787" r:id="rId84"/>
    <p:sldLayoutId id="2147483788" r:id="rId85"/>
    <p:sldLayoutId id="2147483789" r:id="rId86"/>
    <p:sldLayoutId id="2147483790" r:id="rId87"/>
    <p:sldLayoutId id="2147483791" r:id="rId88"/>
    <p:sldLayoutId id="2147483792" r:id="rId89"/>
    <p:sldLayoutId id="2147483793" r:id="rId90"/>
    <p:sldLayoutId id="2147483794" r:id="rId91"/>
    <p:sldLayoutId id="2147483795" r:id="rId92"/>
    <p:sldLayoutId id="2147483796" r:id="rId93"/>
    <p:sldLayoutId id="2147483797" r:id="rId94"/>
    <p:sldLayoutId id="2147483798" r:id="rId95"/>
    <p:sldLayoutId id="2147483799" r:id="rId96"/>
    <p:sldLayoutId id="2147483800" r:id="rId97"/>
    <p:sldLayoutId id="2147483801" r:id="rId98"/>
    <p:sldLayoutId id="2147483802" r:id="rId99"/>
    <p:sldLayoutId id="2147483803" r:id="rId100"/>
    <p:sldLayoutId id="2147483804" r:id="rId101"/>
    <p:sldLayoutId id="2147483805" r:id="rId102"/>
    <p:sldLayoutId id="2147483806" r:id="rId103"/>
    <p:sldLayoutId id="2147483807" r:id="rId104"/>
    <p:sldLayoutId id="2147483808" r:id="rId105"/>
    <p:sldLayoutId id="2147483809" r:id="rId106"/>
    <p:sldLayoutId id="2147483810" r:id="rId107"/>
    <p:sldLayoutId id="2147483811" r:id="rId108"/>
    <p:sldLayoutId id="2147483812" r:id="rId109"/>
    <p:sldLayoutId id="2147483813" r:id="rId110"/>
    <p:sldLayoutId id="2147483814" r:id="rId111"/>
    <p:sldLayoutId id="2147483815" r:id="rId112"/>
    <p:sldLayoutId id="2147483816" r:id="rId113"/>
    <p:sldLayoutId id="2147483817" r:id="rId114"/>
    <p:sldLayoutId id="2147483818" r:id="rId115"/>
    <p:sldLayoutId id="2147483819" r:id="rId116"/>
    <p:sldLayoutId id="2147483820" r:id="rId117"/>
    <p:sldLayoutId id="2147483821" r:id="rId118"/>
    <p:sldLayoutId id="2147483822" r:id="rId119"/>
    <p:sldLayoutId id="2147483823" r:id="rId120"/>
    <p:sldLayoutId id="2147483824" r:id="rId121"/>
    <p:sldLayoutId id="2147483825" r:id="rId122"/>
    <p:sldLayoutId id="2147483826" r:id="rId123"/>
    <p:sldLayoutId id="2147483827" r:id="rId124"/>
    <p:sldLayoutId id="2147483828" r:id="rId125"/>
    <p:sldLayoutId id="2147483829" r:id="rId126"/>
    <p:sldLayoutId id="2147483830" r:id="rId127"/>
    <p:sldLayoutId id="2147483831" r:id="rId128"/>
    <p:sldLayoutId id="2147483832" r:id="rId129"/>
    <p:sldLayoutId id="2147483833" r:id="rId130"/>
    <p:sldLayoutId id="2147483834" r:id="rId131"/>
    <p:sldLayoutId id="2147483835" r:id="rId132"/>
    <p:sldLayoutId id="2147483836" r:id="rId133"/>
    <p:sldLayoutId id="2147483837" r:id="rId134"/>
    <p:sldLayoutId id="2147483838" r:id="rId135"/>
    <p:sldLayoutId id="2147483839" r:id="rId136"/>
    <p:sldLayoutId id="2147483840" r:id="rId137"/>
    <p:sldLayoutId id="2147483841" r:id="rId138"/>
    <p:sldLayoutId id="2147483842" r:id="rId139"/>
    <p:sldLayoutId id="2147483843" r:id="rId140"/>
    <p:sldLayoutId id="2147483844" r:id="rId141"/>
    <p:sldLayoutId id="2147483845" r:id="rId142"/>
    <p:sldLayoutId id="2147483846" r:id="rId143"/>
    <p:sldLayoutId id="2147483847" r:id="rId144"/>
    <p:sldLayoutId id="2147483848" r:id="rId145"/>
    <p:sldLayoutId id="2147483849" r:id="rId146"/>
    <p:sldLayoutId id="2147483850" r:id="rId147"/>
    <p:sldLayoutId id="2147483851" r:id="rId148"/>
    <p:sldLayoutId id="2147483852" r:id="rId149"/>
    <p:sldLayoutId id="2147483853" r:id="rId150"/>
    <p:sldLayoutId id="2147483854" r:id="rId151"/>
    <p:sldLayoutId id="2147483855" r:id="rId152"/>
    <p:sldLayoutId id="2147483856" r:id="rId153"/>
    <p:sldLayoutId id="2147483857" r:id="rId154"/>
    <p:sldLayoutId id="2147483858" r:id="rId155"/>
    <p:sldLayoutId id="2147483859" r:id="rId156"/>
    <p:sldLayoutId id="2147483860" r:id="rId157"/>
    <p:sldLayoutId id="2147483861" r:id="rId158"/>
    <p:sldLayoutId id="2147483862" r:id="rId159"/>
    <p:sldLayoutId id="2147483863" r:id="rId160"/>
    <p:sldLayoutId id="2147483864" r:id="rId161"/>
    <p:sldLayoutId id="2147483865" r:id="rId162"/>
    <p:sldLayoutId id="2147483866" r:id="rId163"/>
    <p:sldLayoutId id="2147483867" r:id="rId164"/>
    <p:sldLayoutId id="2147483868" r:id="rId165"/>
    <p:sldLayoutId id="2147483869" r:id="rId166"/>
    <p:sldLayoutId id="2147483870" r:id="rId167"/>
    <p:sldLayoutId id="2147483871" r:id="rId168"/>
    <p:sldLayoutId id="2147483872" r:id="rId169"/>
    <p:sldLayoutId id="2147483873" r:id="rId170"/>
    <p:sldLayoutId id="2147483874" r:id="rId171"/>
    <p:sldLayoutId id="2147483875" r:id="rId172"/>
    <p:sldLayoutId id="2147483876" r:id="rId173"/>
    <p:sldLayoutId id="2147483877" r:id="rId174"/>
    <p:sldLayoutId id="2147483878" r:id="rId175"/>
    <p:sldLayoutId id="2147483879" r:id="rId176"/>
    <p:sldLayoutId id="2147483880" r:id="rId177"/>
    <p:sldLayoutId id="2147483881" r:id="rId178"/>
    <p:sldLayoutId id="2147483882" r:id="rId179"/>
    <p:sldLayoutId id="2147483883" r:id="rId180"/>
    <p:sldLayoutId id="2147483884" r:id="rId181"/>
    <p:sldLayoutId id="2147483885" r:id="rId182"/>
    <p:sldLayoutId id="2147483886" r:id="rId183"/>
    <p:sldLayoutId id="2147483887" r:id="rId184"/>
    <p:sldLayoutId id="2147483888" r:id="rId185"/>
    <p:sldLayoutId id="2147483889" r:id="rId186"/>
    <p:sldLayoutId id="2147483890" r:id="rId187"/>
    <p:sldLayoutId id="2147483891" r:id="rId188"/>
    <p:sldLayoutId id="2147483892" r:id="rId189"/>
    <p:sldLayoutId id="2147483893" r:id="rId190"/>
    <p:sldLayoutId id="2147483894" r:id="rId191"/>
    <p:sldLayoutId id="2147483895" r:id="rId192"/>
    <p:sldLayoutId id="2147483896" r:id="rId193"/>
    <p:sldLayoutId id="2147483897" r:id="rId194"/>
    <p:sldLayoutId id="2147483898" r:id="rId195"/>
    <p:sldLayoutId id="2147483899" r:id="rId196"/>
    <p:sldLayoutId id="2147483900" r:id="rId197"/>
    <p:sldLayoutId id="2147483901" r:id="rId198"/>
    <p:sldLayoutId id="2147483902" r:id="rId199"/>
    <p:sldLayoutId id="2147483903" r:id="rId200"/>
    <p:sldLayoutId id="2147483904" r:id="rId201"/>
    <p:sldLayoutId id="2147483905" r:id="rId202"/>
    <p:sldLayoutId id="2147483906" r:id="rId203"/>
    <p:sldLayoutId id="2147483907" r:id="rId204"/>
    <p:sldLayoutId id="2147483908" r:id="rId205"/>
    <p:sldLayoutId id="2147483909" r:id="rId206"/>
    <p:sldLayoutId id="2147483910" r:id="rId207"/>
    <p:sldLayoutId id="2147483911" r:id="rId208"/>
    <p:sldLayoutId id="2147483912" r:id="rId209"/>
    <p:sldLayoutId id="2147483913" r:id="rId210"/>
    <p:sldLayoutId id="2147483914" r:id="rId211"/>
    <p:sldLayoutId id="2147483915" r:id="rId212"/>
    <p:sldLayoutId id="2147483916" r:id="rId213"/>
    <p:sldLayoutId id="2147483917" r:id="rId214"/>
    <p:sldLayoutId id="2147483918" r:id="rId215"/>
    <p:sldLayoutId id="2147483919" r:id="rId216"/>
    <p:sldLayoutId id="2147483920" r:id="rId217"/>
    <p:sldLayoutId id="2147483921" r:id="rId218"/>
    <p:sldLayoutId id="2147483922" r:id="rId219"/>
    <p:sldLayoutId id="2147483923" r:id="rId220"/>
    <p:sldLayoutId id="2147483924" r:id="rId221"/>
    <p:sldLayoutId id="2147483925" r:id="rId222"/>
    <p:sldLayoutId id="2147483926" r:id="rId223"/>
    <p:sldLayoutId id="2147483927" r:id="rId224"/>
    <p:sldLayoutId id="2147483928" r:id="rId225"/>
    <p:sldLayoutId id="2147483929" r:id="rId226"/>
    <p:sldLayoutId id="2147483930" r:id="rId227"/>
    <p:sldLayoutId id="2147483931" r:id="rId228"/>
    <p:sldLayoutId id="2147483932" r:id="rId229"/>
    <p:sldLayoutId id="2147483933" r:id="rId230"/>
    <p:sldLayoutId id="2147483934" r:id="rId231"/>
    <p:sldLayoutId id="2147483935" r:id="rId232"/>
    <p:sldLayoutId id="2147483936" r:id="rId233"/>
    <p:sldLayoutId id="2147483937" r:id="rId234"/>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p15:clr>
            <a:srgbClr val="F26B43"/>
          </p15:clr>
        </p15:guide>
        <p15:guide id="2" orient="horz" pos="2160">
          <p15:clr>
            <a:srgbClr val="F26B43"/>
          </p15:clr>
        </p15:guide>
        <p15:guide id="3" orient="horz" pos="3968">
          <p15:clr>
            <a:srgbClr val="F26B43"/>
          </p15:clr>
        </p15:guide>
        <p15:guide id="4" pos="296">
          <p15:clr>
            <a:srgbClr val="F26B43"/>
          </p15:clr>
        </p15:guide>
        <p15:guide id="5" pos="7384">
          <p15:clr>
            <a:srgbClr val="F26B43"/>
          </p15:clr>
        </p15:guide>
        <p15:guide id="6" orient="horz" pos="1071">
          <p15:clr>
            <a:srgbClr val="F26B43"/>
          </p15:clr>
        </p15:guide>
        <p15:guide id="7" orient="horz" pos="245">
          <p15:clr>
            <a:srgbClr val="F26B43"/>
          </p15:clr>
        </p15:guide>
        <p15:guide id="8" orient="horz" pos="4081">
          <p15:clr>
            <a:srgbClr val="F26B43"/>
          </p15:clr>
        </p15:guide>
        <p15:guide id="10" pos="4986">
          <p15:clr>
            <a:srgbClr val="F26B43"/>
          </p15:clr>
        </p15:guide>
        <p15:guide id="12" pos="1382">
          <p15:clr>
            <a:srgbClr val="F26B43"/>
          </p15:clr>
        </p15:guide>
        <p15:guide id="13" pos="1496">
          <p15:clr>
            <a:srgbClr val="F26B43"/>
          </p15:clr>
        </p15:guide>
        <p15:guide id="14" pos="2581">
          <p15:clr>
            <a:srgbClr val="F26B43"/>
          </p15:clr>
        </p15:guide>
        <p15:guide id="15" pos="2695">
          <p15:clr>
            <a:srgbClr val="F26B43"/>
          </p15:clr>
        </p15:guide>
        <p15:guide id="16" pos="6185">
          <p15:clr>
            <a:srgbClr val="F26B43"/>
          </p15:clr>
        </p15:guide>
        <p15:guide id="17" pos="3783">
          <p15:clr>
            <a:srgbClr val="F26B43"/>
          </p15:clr>
        </p15:guide>
        <p15:guide id="18" pos="3896">
          <p15:clr>
            <a:srgbClr val="F26B43"/>
          </p15:clr>
        </p15:guide>
        <p15:guide id="19" pos="3840">
          <p15:clr>
            <a:srgbClr val="F26B43"/>
          </p15:clr>
        </p15:guide>
        <p15:guide id="20" pos="6299">
          <p15:clr>
            <a:srgbClr val="F26B43"/>
          </p15:clr>
        </p15:guide>
        <p15:guide id="21" orient="horz" pos="1049">
          <p15:clr>
            <a:srgbClr val="F26B43"/>
          </p15:clr>
        </p15:guide>
        <p15:guide id="22" orient="horz" pos="641">
          <p15:clr>
            <a:srgbClr val="F26B43"/>
          </p15:clr>
        </p15:guide>
        <p15:guide id="23" orient="horz" pos="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75.xml"/><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75.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app.powerbi.com/links/iiFL3Nx93y?ctid=36da45f1-dd2c-4d1f-af13-5abe46b99921&amp;pbi_source=linkShare" TargetMode="External"/><Relationship Id="rId1" Type="http://schemas.openxmlformats.org/officeDocument/2006/relationships/slideLayout" Target="../slideLayouts/slideLayout275.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a:xfrm>
            <a:off x="523240" y="3307174"/>
            <a:ext cx="5572760" cy="1048869"/>
          </a:xfrm>
        </p:spPr>
        <p:txBody>
          <a:bodyPr/>
          <a:lstStyle/>
          <a:p>
            <a:r>
              <a:rPr lang="en-US" sz="4000" noProof="0" dirty="0">
                <a:solidFill>
                  <a:srgbClr val="7030A0"/>
                </a:solidFill>
                <a:latin typeface="Garamond"/>
                <a:ea typeface="Calibri"/>
                <a:cs typeface="Calibri"/>
              </a:rPr>
              <a:t>CHRISTUS Health</a:t>
            </a:r>
          </a:p>
          <a:p>
            <a:endParaRPr lang="en-US" sz="1400" noProof="0" dirty="0">
              <a:solidFill>
                <a:srgbClr val="7030A0"/>
              </a:solidFill>
              <a:latin typeface="Garamond" panose="02020404030301010803" pitchFamily="18" charset="0"/>
              <a:ea typeface="Calibri" panose="020F0502020204030204" pitchFamily="34" charset="0"/>
              <a:cs typeface="Calibri" panose="020F0502020204030204" pitchFamily="34" charset="0"/>
            </a:endParaRPr>
          </a:p>
          <a:p>
            <a:r>
              <a:rPr lang="en-US" sz="2400" dirty="0">
                <a:latin typeface="Garamond"/>
                <a:ea typeface="Calibri"/>
                <a:cs typeface="Calibri"/>
              </a:rPr>
              <a:t>Monthly Status- </a:t>
            </a:r>
            <a:r>
              <a:rPr lang="en-US" sz="2400" dirty="0" err="1">
                <a:latin typeface="Garamond" panose="02020404030301010803" pitchFamily="18" charset="0"/>
                <a:ea typeface="Calibri" panose="020F0502020204030204" pitchFamily="34" charset="0"/>
                <a:cs typeface="Calibri" panose="020F0502020204030204" pitchFamily="34" charset="0"/>
              </a:rPr>
              <a:t>monthyear</a:t>
            </a:r>
            <a:endParaRPr lang="en-US" sz="2400" noProof="0" dirty="0">
              <a:latin typeface="Garamond" panose="02020404030301010803" pitchFamily="18" charset="0"/>
              <a:ea typeface="Calibri" panose="020F0502020204030204" pitchFamily="34" charset="0"/>
              <a:cs typeface="Calibri" panose="020F0502020204030204" pitchFamily="34" charset="0"/>
            </a:endParaRPr>
          </a:p>
        </p:txBody>
      </p:sp>
      <p:pic>
        <p:nvPicPr>
          <p:cNvPr id="1026" name="Picture 2" descr="油气行业上游领域改革全面启动| 德勤中国| 能源、资源及工业行业">
            <a:extLst>
              <a:ext uri="{FF2B5EF4-FFF2-40B4-BE49-F238E27FC236}">
                <a16:creationId xmlns:a16="http://schemas.microsoft.com/office/drawing/2014/main" id="{F3B72171-8BF3-2AAD-8D5C-9FABFE1EE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3124" y="215348"/>
            <a:ext cx="6427304" cy="6427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6795256"/>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D42E20-920E-4866-B47F-2BF5A9BD72A3}"/>
              </a:ext>
            </a:extLst>
          </p:cNvPr>
          <p:cNvSpPr>
            <a:spLocks noGrp="1"/>
          </p:cNvSpPr>
          <p:nvPr>
            <p:ph type="title"/>
          </p:nvPr>
        </p:nvSpPr>
        <p:spPr/>
        <p:txBody>
          <a:bodyPr/>
          <a:lstStyle/>
          <a:p>
            <a:r>
              <a:rPr lang="en-US">
                <a:latin typeface="Open Sans Semibold"/>
                <a:ea typeface="Open Sans Semibold"/>
                <a:cs typeface="Open Sans Semibold"/>
              </a:rPr>
              <a:t>Test Automation</a:t>
            </a:r>
            <a:endParaRPr lang="en-US"/>
          </a:p>
        </p:txBody>
      </p:sp>
      <p:sp>
        <p:nvSpPr>
          <p:cNvPr id="52" name="TextBox 51">
            <a:extLst>
              <a:ext uri="{FF2B5EF4-FFF2-40B4-BE49-F238E27FC236}">
                <a16:creationId xmlns:a16="http://schemas.microsoft.com/office/drawing/2014/main" id="{180DD7AE-F914-4651-BF09-5EFCA5A356AC}"/>
              </a:ext>
            </a:extLst>
          </p:cNvPr>
          <p:cNvSpPr txBox="1"/>
          <p:nvPr/>
        </p:nvSpPr>
        <p:spPr>
          <a:xfrm>
            <a:off x="546279" y="1059055"/>
            <a:ext cx="5419201" cy="2369880"/>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a:p>
            <a:pPr>
              <a:spcBef>
                <a:spcPts val="600"/>
              </a:spcBef>
              <a:buSzPct val="100000"/>
              <a:defRPr/>
            </a:pPr>
            <a:r>
              <a:rPr lang="en-US" sz="1200" dirty="0">
                <a:solidFill>
                  <a:prstClr val="black"/>
                </a:solidFill>
                <a:latin typeface="Open Sans"/>
                <a:ea typeface="Open Sans"/>
                <a:cs typeface="Open Sans"/>
              </a:rPr>
              <a:t> </a:t>
            </a:r>
            <a:endParaRPr lang="en-US" sz="1200" dirty="0">
              <a:solidFill>
                <a:prstClr val="black"/>
              </a:solidFill>
              <a:latin typeface="Calibri"/>
              <a:ea typeface="Calibri"/>
              <a:cs typeface="Calibri"/>
            </a:endParaRPr>
          </a:p>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mn-lt"/>
                <a:cs typeface="+mn-lt"/>
              </a:rPr>
              <a:t> </a:t>
            </a:r>
          </a:p>
          <a:p>
            <a:pPr marL="118745" indent="-118745">
              <a:spcBef>
                <a:spcPts val="600"/>
              </a:spcBef>
              <a:buSzPct val="100000"/>
              <a:buFont typeface="Wingdings" panose="05000000000000000000" pitchFamily="2" charset="2"/>
              <a:buChar char="Ø"/>
              <a:defRPr/>
            </a:pPr>
            <a:endParaRPr lang="en-US" sz="1200" dirty="0">
              <a:solidFill>
                <a:prstClr val="black"/>
              </a:solidFill>
              <a:latin typeface="Calibri"/>
              <a:ea typeface="Calibri"/>
              <a:cs typeface="Calibri"/>
            </a:endParaRPr>
          </a:p>
          <a:p>
            <a:pPr marL="118745" indent="-118745">
              <a:spcBef>
                <a:spcPts val="600"/>
              </a:spcBef>
              <a:buSzPct val="100000"/>
              <a:buFont typeface="Wingdings" panose="05000000000000000000" pitchFamily="2" charset="2"/>
              <a:buChar char="Ø"/>
              <a:defRPr/>
            </a:pPr>
            <a:r>
              <a:rPr lang="en-US" sz="1200" b="1" dirty="0">
                <a:latin typeface="Calibri"/>
                <a:ea typeface="+mn-lt"/>
                <a:cs typeface="+mn-lt"/>
              </a:rPr>
              <a:t> </a:t>
            </a:r>
          </a:p>
          <a:p>
            <a:pPr>
              <a:spcBef>
                <a:spcPts val="600"/>
              </a:spcBef>
              <a:buSzPct val="100000"/>
              <a:defRPr/>
            </a:pPr>
            <a:r>
              <a:rPr lang="en-US" sz="1200" b="1" dirty="0">
                <a:latin typeface="Calibri"/>
                <a:ea typeface="Calibri"/>
                <a:cs typeface="Calibri"/>
              </a:rPr>
              <a:t>      </a:t>
            </a:r>
          </a:p>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a:p>
            <a:pPr>
              <a:spcBef>
                <a:spcPts val="600"/>
              </a:spcBef>
              <a:buSzPct val="100000"/>
              <a:defRPr/>
            </a:pPr>
            <a:endParaRPr lang="en-US" sz="1200" dirty="0">
              <a:solidFill>
                <a:prstClr val="black"/>
              </a:solidFill>
              <a:latin typeface="Calibri"/>
              <a:ea typeface="Calibri"/>
              <a:cs typeface="Calibri"/>
            </a:endParaRPr>
          </a:p>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p:txBody>
      </p:sp>
      <p:sp>
        <p:nvSpPr>
          <p:cNvPr id="76" name="TextBox 75">
            <a:extLst>
              <a:ext uri="{FF2B5EF4-FFF2-40B4-BE49-F238E27FC236}">
                <a16:creationId xmlns:a16="http://schemas.microsoft.com/office/drawing/2014/main" id="{5AC67DD2-CAE5-419D-923E-6F5A1E286D53}"/>
              </a:ext>
            </a:extLst>
          </p:cNvPr>
          <p:cNvSpPr txBox="1"/>
          <p:nvPr/>
        </p:nvSpPr>
        <p:spPr>
          <a:xfrm>
            <a:off x="698191" y="4535608"/>
            <a:ext cx="1714998" cy="279820"/>
          </a:xfrm>
          <a:prstGeom prst="rect">
            <a:avLst/>
          </a:prstGeom>
          <a:solidFill>
            <a:srgbClr val="7030A0"/>
          </a:solidFill>
        </p:spPr>
        <p:txBody>
          <a:bodyPr wrap="square" lIns="91440" tIns="45720" rIns="91440" bIns="45720" anchor="t">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schemeClr val="bg1"/>
                </a:solidFill>
                <a:latin typeface="Calibri"/>
                <a:ea typeface="Calibri"/>
                <a:cs typeface="Calibri"/>
              </a:rPr>
              <a:t>Scope</a:t>
            </a:r>
            <a:endParaRPr lang="en-US" sz="1200" b="1" i="0" u="none" strike="noStrike" kern="1200" cap="none" spc="0" normalizeH="0" baseline="0" noProof="0">
              <a:ln>
                <a:noFill/>
              </a:ln>
              <a:solidFill>
                <a:schemeClr val="bg1"/>
              </a:solidFill>
              <a:effectLst/>
              <a:uLnTx/>
              <a:uFillTx/>
              <a:latin typeface="Calibri"/>
              <a:ea typeface="Calibri"/>
              <a:cs typeface="Calibri"/>
            </a:endParaRPr>
          </a:p>
        </p:txBody>
      </p:sp>
      <p:sp>
        <p:nvSpPr>
          <p:cNvPr id="78" name="TextBox 77">
            <a:extLst>
              <a:ext uri="{FF2B5EF4-FFF2-40B4-BE49-F238E27FC236}">
                <a16:creationId xmlns:a16="http://schemas.microsoft.com/office/drawing/2014/main" id="{002AAA26-8166-44F5-96C0-C4C493FD5EFF}"/>
              </a:ext>
            </a:extLst>
          </p:cNvPr>
          <p:cNvSpPr txBox="1"/>
          <p:nvPr/>
        </p:nvSpPr>
        <p:spPr>
          <a:xfrm>
            <a:off x="698191" y="4938856"/>
            <a:ext cx="1714998" cy="279820"/>
          </a:xfrm>
          <a:prstGeom prst="rect">
            <a:avLst/>
          </a:prstGeom>
          <a:solidFill>
            <a:srgbClr val="7030A0"/>
          </a:solidFill>
        </p:spPr>
        <p:txBody>
          <a:bodyPr wrap="square" lIns="91440" tIns="45720" rIns="91440" bIns="45720" anchor="t">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schemeClr val="bg1"/>
                </a:solidFill>
                <a:latin typeface="Calibri"/>
                <a:ea typeface="Calibri"/>
                <a:cs typeface="Calibri"/>
              </a:rPr>
              <a:t>Monitor</a:t>
            </a:r>
            <a:endParaRPr kumimoji="0" lang="en-US" sz="1200" b="1" i="0" u="none" strike="noStrike" kern="1200" cap="none" spc="0" normalizeH="0" baseline="0" noProof="0">
              <a:ln>
                <a:noFill/>
              </a:ln>
              <a:solidFill>
                <a:schemeClr val="bg1"/>
              </a:solidFill>
              <a:effectLst/>
              <a:uLnTx/>
              <a:uFillTx/>
              <a:latin typeface="Calibri"/>
              <a:ea typeface="Calibri"/>
              <a:cs typeface="Calibri"/>
            </a:endParaRPr>
          </a:p>
        </p:txBody>
      </p:sp>
      <p:sp>
        <p:nvSpPr>
          <p:cNvPr id="81" name="TextBox 80">
            <a:extLst>
              <a:ext uri="{FF2B5EF4-FFF2-40B4-BE49-F238E27FC236}">
                <a16:creationId xmlns:a16="http://schemas.microsoft.com/office/drawing/2014/main" id="{485F0F9D-E488-4A8A-98F3-CB5FB1ED530A}"/>
              </a:ext>
            </a:extLst>
          </p:cNvPr>
          <p:cNvSpPr txBox="1"/>
          <p:nvPr/>
        </p:nvSpPr>
        <p:spPr>
          <a:xfrm>
            <a:off x="2423714" y="4506706"/>
            <a:ext cx="3566160" cy="276999"/>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schemeClr val="bg2">
                    <a:lumMod val="10000"/>
                  </a:schemeClr>
                </a:solidFill>
                <a:latin typeface="Calibri"/>
                <a:ea typeface="Calibri"/>
                <a:cs typeface="Calibri"/>
              </a:rPr>
              <a:t> </a:t>
            </a:r>
          </a:p>
        </p:txBody>
      </p:sp>
      <p:sp>
        <p:nvSpPr>
          <p:cNvPr id="82" name="TextBox 81">
            <a:extLst>
              <a:ext uri="{FF2B5EF4-FFF2-40B4-BE49-F238E27FC236}">
                <a16:creationId xmlns:a16="http://schemas.microsoft.com/office/drawing/2014/main" id="{571D36A1-D30E-47B6-B314-AEF33E17E237}"/>
              </a:ext>
            </a:extLst>
          </p:cNvPr>
          <p:cNvSpPr txBox="1"/>
          <p:nvPr/>
        </p:nvSpPr>
        <p:spPr>
          <a:xfrm>
            <a:off x="2458882" y="4923932"/>
            <a:ext cx="3566160" cy="276999"/>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schemeClr val="bg2">
                    <a:lumMod val="10000"/>
                  </a:schemeClr>
                </a:solidFill>
                <a:latin typeface="Calibri"/>
                <a:ea typeface="Calibri"/>
                <a:cs typeface="Calibri"/>
              </a:rPr>
              <a:t> </a:t>
            </a:r>
            <a:endParaRPr lang="en-US" dirty="0">
              <a:solidFill>
                <a:schemeClr val="bg2">
                  <a:lumMod val="10000"/>
                </a:schemeClr>
              </a:solidFill>
            </a:endParaRPr>
          </a:p>
        </p:txBody>
      </p:sp>
      <p:sp>
        <p:nvSpPr>
          <p:cNvPr id="85" name="TextBox 84">
            <a:extLst>
              <a:ext uri="{FF2B5EF4-FFF2-40B4-BE49-F238E27FC236}">
                <a16:creationId xmlns:a16="http://schemas.microsoft.com/office/drawing/2014/main" id="{81A8FCE7-0BD1-42CF-A86A-28218AA0E319}"/>
              </a:ext>
            </a:extLst>
          </p:cNvPr>
          <p:cNvSpPr txBox="1"/>
          <p:nvPr/>
        </p:nvSpPr>
        <p:spPr>
          <a:xfrm>
            <a:off x="698191" y="5880599"/>
            <a:ext cx="1714998" cy="279820"/>
          </a:xfrm>
          <a:prstGeom prst="rect">
            <a:avLst/>
          </a:prstGeom>
          <a:solidFill>
            <a:srgbClr val="7030A0"/>
          </a:solidFill>
        </p:spPr>
        <p:txBody>
          <a:bodyPr wrap="square" lIns="91440" tIns="45720" rIns="91440" bIns="45720" anchor="t">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Calibri"/>
                <a:ea typeface="Calibri"/>
                <a:cs typeface="Calibri"/>
              </a:rPr>
              <a:t>Trackin</a:t>
            </a:r>
            <a:r>
              <a:rPr lang="en-US" sz="1200" b="1">
                <a:solidFill>
                  <a:schemeClr val="bg1"/>
                </a:solidFill>
                <a:latin typeface="Calibri"/>
                <a:ea typeface="Calibri"/>
                <a:cs typeface="Calibri"/>
              </a:rPr>
              <a:t>g</a:t>
            </a:r>
          </a:p>
        </p:txBody>
      </p:sp>
      <p:sp>
        <p:nvSpPr>
          <p:cNvPr id="86" name="TextBox 85">
            <a:extLst>
              <a:ext uri="{FF2B5EF4-FFF2-40B4-BE49-F238E27FC236}">
                <a16:creationId xmlns:a16="http://schemas.microsoft.com/office/drawing/2014/main" id="{BAB6C66A-677D-475C-8BA5-3A76E276E031}"/>
              </a:ext>
            </a:extLst>
          </p:cNvPr>
          <p:cNvSpPr txBox="1"/>
          <p:nvPr/>
        </p:nvSpPr>
        <p:spPr>
          <a:xfrm>
            <a:off x="2453791" y="5871385"/>
            <a:ext cx="3566160" cy="276999"/>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p:txBody>
      </p:sp>
      <p:sp>
        <p:nvSpPr>
          <p:cNvPr id="90" name="Rectangle 89">
            <a:extLst>
              <a:ext uri="{FF2B5EF4-FFF2-40B4-BE49-F238E27FC236}">
                <a16:creationId xmlns:a16="http://schemas.microsoft.com/office/drawing/2014/main" id="{E7E86ECC-328A-4C3C-B1BB-443DD6BEDE42}"/>
              </a:ext>
            </a:extLst>
          </p:cNvPr>
          <p:cNvSpPr/>
          <p:nvPr/>
        </p:nvSpPr>
        <p:spPr bwMode="gray">
          <a:xfrm>
            <a:off x="6234675" y="425733"/>
            <a:ext cx="5701296" cy="6195295"/>
          </a:xfrm>
          <a:prstGeom prst="rect">
            <a:avLst/>
          </a:prstGeom>
          <a:noFill/>
          <a:ln w="19050" algn="ctr">
            <a:solidFill>
              <a:srgbClr val="7030A0"/>
            </a:solid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srgbClr val="62B5E5"/>
              </a:solidFill>
              <a:effectLst/>
              <a:uLnTx/>
              <a:uFillTx/>
              <a:latin typeface="Open Sans"/>
              <a:ea typeface="+mn-ea"/>
              <a:cs typeface="+mn-cs"/>
            </a:endParaRPr>
          </a:p>
        </p:txBody>
      </p:sp>
      <p:sp>
        <p:nvSpPr>
          <p:cNvPr id="58" name="Rectangle 57">
            <a:extLst>
              <a:ext uri="{FF2B5EF4-FFF2-40B4-BE49-F238E27FC236}">
                <a16:creationId xmlns:a16="http://schemas.microsoft.com/office/drawing/2014/main" id="{F10D5A67-6DBE-4A8A-AD5F-CEEA2AC906D1}"/>
              </a:ext>
            </a:extLst>
          </p:cNvPr>
          <p:cNvSpPr/>
          <p:nvPr/>
        </p:nvSpPr>
        <p:spPr bwMode="gray">
          <a:xfrm>
            <a:off x="461064" y="3943009"/>
            <a:ext cx="5539585" cy="2679288"/>
          </a:xfrm>
          <a:prstGeom prst="rect">
            <a:avLst/>
          </a:prstGeom>
          <a:noFill/>
          <a:ln w="19050" algn="ctr">
            <a:solidFill>
              <a:srgbClr val="7030A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Calibri"/>
              <a:ea typeface="Calibri"/>
              <a:cs typeface="Calibri"/>
            </a:endParaRPr>
          </a:p>
        </p:txBody>
      </p:sp>
      <p:sp>
        <p:nvSpPr>
          <p:cNvPr id="59" name="TextBox 58">
            <a:extLst>
              <a:ext uri="{FF2B5EF4-FFF2-40B4-BE49-F238E27FC236}">
                <a16:creationId xmlns:a16="http://schemas.microsoft.com/office/drawing/2014/main" id="{0DF3AE89-F443-4E9B-858E-0CAD651185F6}"/>
              </a:ext>
            </a:extLst>
          </p:cNvPr>
          <p:cNvSpPr txBox="1"/>
          <p:nvPr/>
        </p:nvSpPr>
        <p:spPr>
          <a:xfrm>
            <a:off x="771232" y="3832461"/>
            <a:ext cx="3065272" cy="215444"/>
          </a:xfrm>
          <a:prstGeom prst="rect">
            <a:avLst/>
          </a:prstGeom>
          <a:solidFill>
            <a:schemeClr val="bg1"/>
          </a:solidFill>
        </p:spPr>
        <p:txBody>
          <a:bodyPr vert="horz" wrap="square" lIns="91440" tIns="0" rIns="0" bIns="0" rtlCol="0" anchor="t">
            <a:spAutoFit/>
          </a:bodyPr>
          <a:lstStyle/>
          <a:p>
            <a:pPr>
              <a:spcBef>
                <a:spcPts val="200"/>
              </a:spcBef>
              <a:buSzPct val="100000"/>
              <a:defRPr/>
            </a:pPr>
            <a:r>
              <a:rPr lang="en-US" sz="1400" spc="200" dirty="0">
                <a:solidFill>
                  <a:srgbClr val="7030A0"/>
                </a:solidFill>
                <a:latin typeface="Open Sans Extrabold"/>
                <a:ea typeface="Open Sans Extrabold"/>
                <a:cs typeface="Open Sans Extrabold"/>
              </a:rPr>
              <a:t>Goals-</a:t>
            </a:r>
            <a:r>
              <a:rPr kumimoji="0" lang="en-US" sz="1400" b="0" i="0" u="none" strike="noStrike" kern="1200" cap="none" spc="200" normalizeH="0" baseline="0" noProof="0" dirty="0">
                <a:ln>
                  <a:noFill/>
                </a:ln>
                <a:solidFill>
                  <a:srgbClr val="7030A0"/>
                </a:solidFill>
                <a:effectLst/>
                <a:uLnTx/>
                <a:uFillTx/>
                <a:latin typeface="Open Sans Extrabold"/>
                <a:ea typeface="Open Sans Extrabold"/>
                <a:cs typeface="Open Sans Extrabold"/>
              </a:rPr>
              <a:t> </a:t>
            </a:r>
            <a:r>
              <a:rPr lang="en-US" sz="1400" spc="200" dirty="0" err="1">
                <a:solidFill>
                  <a:srgbClr val="7030A0"/>
                </a:solidFill>
                <a:latin typeface="Open Sans Extrabold"/>
                <a:ea typeface="Open Sans Extrabold"/>
                <a:cs typeface="Open Sans Extrabold"/>
              </a:rPr>
              <a:t>nextMY</a:t>
            </a:r>
            <a:endParaRPr kumimoji="0" lang="en-US" sz="1400" b="0" i="0" u="none" strike="noStrike" kern="1200" cap="none" spc="200" normalizeH="0" baseline="0" noProof="0" dirty="0">
              <a:ln>
                <a:noFill/>
              </a:ln>
              <a:solidFill>
                <a:srgbClr val="7030A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2" name="TextBox 1">
            <a:extLst>
              <a:ext uri="{FF2B5EF4-FFF2-40B4-BE49-F238E27FC236}">
                <a16:creationId xmlns:a16="http://schemas.microsoft.com/office/drawing/2014/main" id="{43347F70-EC7F-033E-0F0A-0BA3D78D7260}"/>
              </a:ext>
            </a:extLst>
          </p:cNvPr>
          <p:cNvSpPr txBox="1"/>
          <p:nvPr/>
        </p:nvSpPr>
        <p:spPr>
          <a:xfrm>
            <a:off x="698190" y="5407778"/>
            <a:ext cx="1714998" cy="279820"/>
          </a:xfrm>
          <a:prstGeom prst="rect">
            <a:avLst/>
          </a:prstGeom>
          <a:solidFill>
            <a:srgbClr val="7030A0"/>
          </a:solidFill>
        </p:spPr>
        <p:txBody>
          <a:bodyPr wrap="square" lIns="91440" tIns="45720" rIns="91440" bIns="45720" anchor="t">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schemeClr val="bg1"/>
                </a:solidFill>
                <a:latin typeface="Calibri"/>
                <a:ea typeface="Calibri"/>
                <a:cs typeface="Calibri"/>
              </a:rPr>
              <a:t>Collaborate</a:t>
            </a:r>
            <a:endParaRPr lang="en-US" sz="1200" b="1" i="0" strike="noStrike" kern="1200" cap="none" spc="0" normalizeH="0" baseline="0" noProof="0">
              <a:ln>
                <a:noFill/>
              </a:ln>
              <a:solidFill>
                <a:schemeClr val="bg1"/>
              </a:solidFill>
              <a:effectLst/>
              <a:uLnTx/>
              <a:uFillTx/>
              <a:latin typeface="Calibri"/>
              <a:ea typeface="Calibri"/>
              <a:cs typeface="Calibri"/>
            </a:endParaRPr>
          </a:p>
        </p:txBody>
      </p:sp>
      <p:sp>
        <p:nvSpPr>
          <p:cNvPr id="15" name="Rectangle 14">
            <a:extLst>
              <a:ext uri="{FF2B5EF4-FFF2-40B4-BE49-F238E27FC236}">
                <a16:creationId xmlns:a16="http://schemas.microsoft.com/office/drawing/2014/main" id="{A864882C-96D9-D77A-291E-4AED46BB8162}"/>
              </a:ext>
            </a:extLst>
          </p:cNvPr>
          <p:cNvSpPr/>
          <p:nvPr/>
        </p:nvSpPr>
        <p:spPr bwMode="gray">
          <a:xfrm>
            <a:off x="456466" y="925059"/>
            <a:ext cx="5538093" cy="2655966"/>
          </a:xfrm>
          <a:prstGeom prst="rect">
            <a:avLst/>
          </a:prstGeom>
          <a:noFill/>
          <a:ln w="19050" algn="ctr">
            <a:solidFill>
              <a:srgbClr val="7030A0"/>
            </a:solid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18" name="TextBox 17">
            <a:extLst>
              <a:ext uri="{FF2B5EF4-FFF2-40B4-BE49-F238E27FC236}">
                <a16:creationId xmlns:a16="http://schemas.microsoft.com/office/drawing/2014/main" id="{36BDD142-62DE-0E97-247D-600D2F5F5DA8}"/>
              </a:ext>
            </a:extLst>
          </p:cNvPr>
          <p:cNvSpPr txBox="1"/>
          <p:nvPr/>
        </p:nvSpPr>
        <p:spPr>
          <a:xfrm>
            <a:off x="554619" y="815797"/>
            <a:ext cx="3111856" cy="215444"/>
          </a:xfrm>
          <a:prstGeom prst="rect">
            <a:avLst/>
          </a:prstGeom>
          <a:solidFill>
            <a:schemeClr val="bg1"/>
          </a:solidFill>
        </p:spPr>
        <p:txBody>
          <a:bodyPr vert="horz" wrap="square" lIns="91440" tIns="0" rIns="0" bIns="0" rtlCol="0" anchor="t">
            <a:spAutoFit/>
          </a:bodyPr>
          <a:lstStyle/>
          <a:p>
            <a:pPr>
              <a:spcBef>
                <a:spcPts val="200"/>
              </a:spcBef>
              <a:buSzPct val="100000"/>
              <a:defRPr/>
            </a:pPr>
            <a:r>
              <a:rPr lang="en-US" sz="1200" spc="200">
                <a:solidFill>
                  <a:srgbClr val="7030A0"/>
                </a:solidFill>
                <a:latin typeface="Open Sans Extrabold"/>
                <a:ea typeface="Open Sans Extrabold"/>
                <a:cs typeface="Open Sans Extrabold"/>
              </a:rPr>
              <a:t>       </a:t>
            </a:r>
            <a:r>
              <a:rPr lang="en-US" sz="1400" spc="200">
                <a:solidFill>
                  <a:srgbClr val="7030A0"/>
                </a:solidFill>
                <a:latin typeface="Open Sans Extrabold"/>
                <a:ea typeface="Open Sans Extrabold"/>
                <a:cs typeface="Open Sans Extrabold"/>
              </a:rPr>
              <a:t>Key Achievements</a:t>
            </a:r>
            <a:endParaRPr lang="en-US" sz="1400" b="1" i="0" u="none" strike="noStrike" kern="1200" cap="none" spc="200" normalizeH="0" baseline="0" noProof="0">
              <a:ln>
                <a:noFill/>
              </a:ln>
              <a:solidFill>
                <a:srgbClr val="7030A0"/>
              </a:solidFill>
              <a:effectLst/>
              <a:uLnTx/>
              <a:uFillTx/>
              <a:latin typeface="Open Sans Extrabold"/>
              <a:ea typeface="Open Sans Extrabold"/>
              <a:cs typeface="Open Sans Extrabold"/>
            </a:endParaRPr>
          </a:p>
        </p:txBody>
      </p:sp>
      <p:sp>
        <p:nvSpPr>
          <p:cNvPr id="21" name="TextBox 5">
            <a:extLst>
              <a:ext uri="{FF2B5EF4-FFF2-40B4-BE49-F238E27FC236}">
                <a16:creationId xmlns:a16="http://schemas.microsoft.com/office/drawing/2014/main" id="{94B528B5-2C3E-69A0-A833-1F3C8AC2D467}"/>
              </a:ext>
            </a:extLst>
          </p:cNvPr>
          <p:cNvSpPr txBox="1"/>
          <p:nvPr/>
        </p:nvSpPr>
        <p:spPr>
          <a:xfrm>
            <a:off x="6387551" y="1030848"/>
            <a:ext cx="5562336" cy="579646"/>
          </a:xfrm>
          <a:prstGeom prst="rect">
            <a:avLst/>
          </a:prstGeom>
          <a:noFill/>
        </p:spPr>
        <p:txBody>
          <a:bodyPr vert="horz"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200" b="1">
              <a:solidFill>
                <a:prstClr val="black"/>
              </a:solidFill>
              <a:latin typeface="Calibri"/>
              <a:ea typeface="Calibri"/>
              <a:cs typeface="Calibri"/>
            </a:endParaRPr>
          </a:p>
          <a:p>
            <a:pPr marL="171450" indent="-171450">
              <a:buFont typeface="Wingdings"/>
              <a:buChar char="Ø"/>
              <a:defRPr/>
            </a:pPr>
            <a:endParaRPr lang="en-US" sz="1200">
              <a:solidFill>
                <a:prstClr val="black"/>
              </a:solidFill>
              <a:latin typeface="Calibri"/>
              <a:ea typeface="Open Sans"/>
              <a:cs typeface="Open Sans"/>
            </a:endParaRPr>
          </a:p>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Calibri"/>
                <a:ea typeface="Calibri"/>
                <a:cs typeface="Calibri"/>
              </a:rPr>
              <a:t> </a:t>
            </a:r>
            <a:endParaRPr lang="en-US" sz="1200" b="1" i="0" u="none" strike="noStrike" kern="1200" cap="none" spc="0" normalizeH="0" baseline="0" noProof="0">
              <a:ln>
                <a:noFill/>
              </a:ln>
              <a:solidFill>
                <a:prstClr val="black"/>
              </a:solidFill>
              <a:effectLst/>
              <a:uLnTx/>
              <a:uFillTx/>
              <a:latin typeface="Calibri"/>
              <a:ea typeface="Calibri"/>
              <a:cs typeface="Calibri"/>
            </a:endParaRPr>
          </a:p>
        </p:txBody>
      </p:sp>
      <p:sp>
        <p:nvSpPr>
          <p:cNvPr id="5" name="TextBox 4">
            <a:extLst>
              <a:ext uri="{FF2B5EF4-FFF2-40B4-BE49-F238E27FC236}">
                <a16:creationId xmlns:a16="http://schemas.microsoft.com/office/drawing/2014/main" id="{D2A339D4-4C75-EE75-DA85-3FF315B13E99}"/>
              </a:ext>
            </a:extLst>
          </p:cNvPr>
          <p:cNvSpPr txBox="1"/>
          <p:nvPr/>
        </p:nvSpPr>
        <p:spPr>
          <a:xfrm>
            <a:off x="2458881" y="5404577"/>
            <a:ext cx="3566160" cy="276999"/>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schemeClr val="bg2">
                    <a:lumMod val="10000"/>
                  </a:schemeClr>
                </a:solidFill>
                <a:latin typeface="Calibri"/>
                <a:ea typeface="Calibri"/>
                <a:cs typeface="Calibri"/>
              </a:rPr>
              <a:t> </a:t>
            </a:r>
          </a:p>
        </p:txBody>
      </p:sp>
      <p:sp>
        <p:nvSpPr>
          <p:cNvPr id="9" name="TextBox 5">
            <a:extLst>
              <a:ext uri="{FF2B5EF4-FFF2-40B4-BE49-F238E27FC236}">
                <a16:creationId xmlns:a16="http://schemas.microsoft.com/office/drawing/2014/main" id="{2DE6E6F4-4B5E-CA26-1439-CBAF2595CF88}"/>
              </a:ext>
            </a:extLst>
          </p:cNvPr>
          <p:cNvSpPr txBox="1"/>
          <p:nvPr/>
        </p:nvSpPr>
        <p:spPr>
          <a:xfrm>
            <a:off x="7723982" y="6013155"/>
            <a:ext cx="3159106" cy="759182"/>
          </a:xfrm>
          <a:prstGeom prst="rect">
            <a:avLst/>
          </a:prstGeom>
          <a:noFill/>
        </p:spPr>
        <p:txBody>
          <a:bodyPr vert="horz"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100">
                <a:solidFill>
                  <a:prstClr val="black"/>
                </a:solidFill>
                <a:ea typeface="+mn-lt"/>
                <a:cs typeface="+mn-lt"/>
              </a:rPr>
              <a:t>Note: The data reflects the status per the month    of August, considering modules involved </a:t>
            </a:r>
            <a:endParaRPr lang="en-US" sz="1100" i="0" u="none" strike="noStrike" kern="1200" cap="none" spc="0" normalizeH="0" baseline="0" noProof="0">
              <a:ln>
                <a:noFill/>
              </a:ln>
              <a:solidFill>
                <a:prstClr val="black"/>
              </a:solidFill>
              <a:effectLst/>
              <a:uLnTx/>
              <a:uFillTx/>
              <a:latin typeface="Open Sans"/>
              <a:ea typeface="Open Sans"/>
              <a:cs typeface="Open Sans"/>
            </a:endParaRPr>
          </a:p>
          <a:p>
            <a:pPr marL="171450" indent="-171450">
              <a:spcBef>
                <a:spcPts val="200"/>
              </a:spcBef>
              <a:buSzPct val="100000"/>
              <a:buFont typeface="Arial"/>
              <a:buChar char="•"/>
              <a:defRPr/>
            </a:pPr>
            <a:endParaRPr lang="en-US" sz="1200" b="1">
              <a:solidFill>
                <a:prstClr val="black"/>
              </a:solidFill>
              <a:latin typeface="Calibri"/>
              <a:ea typeface="Calibri"/>
              <a:cs typeface="Calibri"/>
            </a:endParaRPr>
          </a:p>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Calibri"/>
                <a:ea typeface="Calibri"/>
                <a:cs typeface="Calibri"/>
              </a:rPr>
              <a:t> </a:t>
            </a:r>
            <a:endParaRPr lang="en-US" sz="1200" b="1" i="0" u="none" strike="noStrike" kern="1200" cap="none" spc="0" normalizeH="0" baseline="0" noProof="0">
              <a:ln>
                <a:noFill/>
              </a:ln>
              <a:solidFill>
                <a:prstClr val="black"/>
              </a:solidFill>
              <a:effectLst/>
              <a:uLnTx/>
              <a:uFillTx/>
              <a:latin typeface="Calibri"/>
              <a:ea typeface="Calibri"/>
              <a:cs typeface="Calibri"/>
            </a:endParaRPr>
          </a:p>
        </p:txBody>
      </p:sp>
      <p:pic>
        <p:nvPicPr>
          <p:cNvPr id="12" name="Picture 11" descr="A diagram of a pie chart&#10;&#10;AI-generated content may be incorrect.">
            <a:extLst>
              <a:ext uri="{FF2B5EF4-FFF2-40B4-BE49-F238E27FC236}">
                <a16:creationId xmlns:a16="http://schemas.microsoft.com/office/drawing/2014/main" id="{BDDE04D9-0474-AED1-4DBE-6084D27394CA}"/>
              </a:ext>
            </a:extLst>
          </p:cNvPr>
          <p:cNvPicPr>
            <a:picLocks noChangeAspect="1"/>
          </p:cNvPicPr>
          <p:nvPr/>
        </p:nvPicPr>
        <p:blipFill>
          <a:blip r:embed="rId3"/>
          <a:stretch>
            <a:fillRect/>
          </a:stretch>
        </p:blipFill>
        <p:spPr>
          <a:xfrm>
            <a:off x="6955922" y="3432189"/>
            <a:ext cx="4438736" cy="2672861"/>
          </a:xfrm>
          <a:prstGeom prst="rect">
            <a:avLst/>
          </a:prstGeom>
          <a:ln>
            <a:noFill/>
          </a:ln>
          <a:effectLst>
            <a:softEdge rad="112500"/>
          </a:effectLst>
        </p:spPr>
      </p:pic>
      <p:pic>
        <p:nvPicPr>
          <p:cNvPr id="6" name="Picture 5" descr="A graph showing different colored bars&#10;&#10;AI-generated content may be incorrect.">
            <a:extLst>
              <a:ext uri="{FF2B5EF4-FFF2-40B4-BE49-F238E27FC236}">
                <a16:creationId xmlns:a16="http://schemas.microsoft.com/office/drawing/2014/main" id="{DBDDE3C3-DD97-FE30-6DAB-BD4943072612}"/>
              </a:ext>
            </a:extLst>
          </p:cNvPr>
          <p:cNvPicPr>
            <a:picLocks noChangeAspect="1"/>
          </p:cNvPicPr>
          <p:nvPr/>
        </p:nvPicPr>
        <p:blipFill>
          <a:blip r:embed="rId4"/>
          <a:stretch>
            <a:fillRect/>
          </a:stretch>
        </p:blipFill>
        <p:spPr>
          <a:xfrm>
            <a:off x="6862482" y="603996"/>
            <a:ext cx="4697506" cy="2658036"/>
          </a:xfrm>
          <a:prstGeom prst="rect">
            <a:avLst/>
          </a:prstGeom>
        </p:spPr>
      </p:pic>
    </p:spTree>
    <p:extLst>
      <p:ext uri="{BB962C8B-B14F-4D97-AF65-F5344CB8AC3E}">
        <p14:creationId xmlns:p14="http://schemas.microsoft.com/office/powerpoint/2010/main" val="31118392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9D774-5F7F-D53B-6BC1-6B7EE50B6EC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0D526A0-0B7D-C87A-8C4B-27A99F16B982}"/>
              </a:ext>
            </a:extLst>
          </p:cNvPr>
          <p:cNvSpPr>
            <a:spLocks noGrp="1"/>
          </p:cNvSpPr>
          <p:nvPr>
            <p:ph type="title"/>
          </p:nvPr>
        </p:nvSpPr>
        <p:spPr/>
        <p:txBody>
          <a:bodyPr/>
          <a:lstStyle/>
          <a:p>
            <a:r>
              <a:rPr lang="en-US" dirty="0">
                <a:latin typeface="Open Sans Semibold"/>
                <a:ea typeface="Open Sans Semibold"/>
                <a:cs typeface="Open Sans Semibold"/>
              </a:rPr>
              <a:t>Service Now</a:t>
            </a:r>
            <a:endParaRPr lang="en-US" dirty="0"/>
          </a:p>
        </p:txBody>
      </p:sp>
      <p:sp>
        <p:nvSpPr>
          <p:cNvPr id="52" name="TextBox 51">
            <a:extLst>
              <a:ext uri="{FF2B5EF4-FFF2-40B4-BE49-F238E27FC236}">
                <a16:creationId xmlns:a16="http://schemas.microsoft.com/office/drawing/2014/main" id="{F3F2A820-C517-718A-9314-3113948EE7E5}"/>
              </a:ext>
            </a:extLst>
          </p:cNvPr>
          <p:cNvSpPr txBox="1"/>
          <p:nvPr/>
        </p:nvSpPr>
        <p:spPr>
          <a:xfrm>
            <a:off x="546279" y="1059055"/>
            <a:ext cx="5419201" cy="2369880"/>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a:p>
            <a:pPr>
              <a:spcBef>
                <a:spcPts val="600"/>
              </a:spcBef>
              <a:buSzPct val="100000"/>
              <a:defRPr/>
            </a:pPr>
            <a:r>
              <a:rPr lang="en-US" sz="1200" dirty="0">
                <a:solidFill>
                  <a:prstClr val="black"/>
                </a:solidFill>
                <a:latin typeface="Open Sans"/>
                <a:ea typeface="Open Sans"/>
                <a:cs typeface="Open Sans"/>
              </a:rPr>
              <a:t> </a:t>
            </a:r>
            <a:endParaRPr lang="en-US" sz="1200" dirty="0">
              <a:solidFill>
                <a:prstClr val="black"/>
              </a:solidFill>
              <a:latin typeface="Calibri"/>
              <a:ea typeface="Calibri"/>
              <a:cs typeface="Calibri"/>
            </a:endParaRPr>
          </a:p>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mn-lt"/>
                <a:cs typeface="+mn-lt"/>
              </a:rPr>
              <a:t> </a:t>
            </a:r>
          </a:p>
          <a:p>
            <a:pPr marL="118745" indent="-118745">
              <a:spcBef>
                <a:spcPts val="600"/>
              </a:spcBef>
              <a:buSzPct val="100000"/>
              <a:buFont typeface="Wingdings" panose="05000000000000000000" pitchFamily="2" charset="2"/>
              <a:buChar char="Ø"/>
              <a:defRPr/>
            </a:pPr>
            <a:endParaRPr lang="en-US" sz="1200" dirty="0">
              <a:solidFill>
                <a:prstClr val="black"/>
              </a:solidFill>
              <a:latin typeface="Calibri"/>
              <a:ea typeface="Calibri"/>
              <a:cs typeface="Calibri"/>
            </a:endParaRPr>
          </a:p>
          <a:p>
            <a:pPr marL="118745" indent="-118745">
              <a:spcBef>
                <a:spcPts val="600"/>
              </a:spcBef>
              <a:buSzPct val="100000"/>
              <a:buFont typeface="Wingdings" panose="05000000000000000000" pitchFamily="2" charset="2"/>
              <a:buChar char="Ø"/>
              <a:defRPr/>
            </a:pPr>
            <a:r>
              <a:rPr lang="en-US" sz="1200" b="1" dirty="0">
                <a:latin typeface="Calibri"/>
                <a:ea typeface="+mn-lt"/>
                <a:cs typeface="+mn-lt"/>
              </a:rPr>
              <a:t> </a:t>
            </a:r>
          </a:p>
          <a:p>
            <a:pPr>
              <a:spcBef>
                <a:spcPts val="600"/>
              </a:spcBef>
              <a:buSzPct val="100000"/>
              <a:defRPr/>
            </a:pPr>
            <a:r>
              <a:rPr lang="en-US" sz="1200" b="1" dirty="0">
                <a:latin typeface="Calibri"/>
                <a:ea typeface="Calibri"/>
                <a:cs typeface="Calibri"/>
              </a:rPr>
              <a:t>      </a:t>
            </a:r>
          </a:p>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a:p>
            <a:pPr>
              <a:spcBef>
                <a:spcPts val="600"/>
              </a:spcBef>
              <a:buSzPct val="100000"/>
              <a:defRPr/>
            </a:pPr>
            <a:endParaRPr lang="en-US" sz="1200" dirty="0">
              <a:solidFill>
                <a:prstClr val="black"/>
              </a:solidFill>
              <a:latin typeface="Calibri"/>
              <a:ea typeface="Calibri"/>
              <a:cs typeface="Calibri"/>
            </a:endParaRPr>
          </a:p>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p:txBody>
      </p:sp>
      <p:sp>
        <p:nvSpPr>
          <p:cNvPr id="76" name="TextBox 75">
            <a:extLst>
              <a:ext uri="{FF2B5EF4-FFF2-40B4-BE49-F238E27FC236}">
                <a16:creationId xmlns:a16="http://schemas.microsoft.com/office/drawing/2014/main" id="{3A2BAA01-6E22-42DD-7099-0D651428BD38}"/>
              </a:ext>
            </a:extLst>
          </p:cNvPr>
          <p:cNvSpPr txBox="1"/>
          <p:nvPr/>
        </p:nvSpPr>
        <p:spPr>
          <a:xfrm>
            <a:off x="698191" y="4535608"/>
            <a:ext cx="1714998" cy="279820"/>
          </a:xfrm>
          <a:prstGeom prst="rect">
            <a:avLst/>
          </a:prstGeom>
          <a:solidFill>
            <a:srgbClr val="7030A0"/>
          </a:solidFill>
        </p:spPr>
        <p:txBody>
          <a:bodyPr wrap="square" lIns="91440" tIns="45720" rIns="91440" bIns="45720" anchor="t">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schemeClr val="bg1"/>
                </a:solidFill>
                <a:latin typeface="Calibri"/>
                <a:ea typeface="Calibri"/>
                <a:cs typeface="Calibri"/>
              </a:rPr>
              <a:t>Scope</a:t>
            </a:r>
            <a:endParaRPr lang="en-US" sz="1200" b="1" i="0" u="none" strike="noStrike" kern="1200" cap="none" spc="0" normalizeH="0" baseline="0" noProof="0">
              <a:ln>
                <a:noFill/>
              </a:ln>
              <a:solidFill>
                <a:schemeClr val="bg1"/>
              </a:solidFill>
              <a:effectLst/>
              <a:uLnTx/>
              <a:uFillTx/>
              <a:latin typeface="Calibri"/>
              <a:ea typeface="Calibri"/>
              <a:cs typeface="Calibri"/>
            </a:endParaRPr>
          </a:p>
        </p:txBody>
      </p:sp>
      <p:sp>
        <p:nvSpPr>
          <p:cNvPr id="78" name="TextBox 77">
            <a:extLst>
              <a:ext uri="{FF2B5EF4-FFF2-40B4-BE49-F238E27FC236}">
                <a16:creationId xmlns:a16="http://schemas.microsoft.com/office/drawing/2014/main" id="{6B96B002-760F-2B8B-7B0E-EADAE9BFD1D7}"/>
              </a:ext>
            </a:extLst>
          </p:cNvPr>
          <p:cNvSpPr txBox="1"/>
          <p:nvPr/>
        </p:nvSpPr>
        <p:spPr>
          <a:xfrm>
            <a:off x="698191" y="4938856"/>
            <a:ext cx="1714998" cy="279820"/>
          </a:xfrm>
          <a:prstGeom prst="rect">
            <a:avLst/>
          </a:prstGeom>
          <a:solidFill>
            <a:srgbClr val="7030A0"/>
          </a:solidFill>
        </p:spPr>
        <p:txBody>
          <a:bodyPr wrap="square" lIns="91440" tIns="45720" rIns="91440" bIns="45720" anchor="t">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schemeClr val="bg1"/>
                </a:solidFill>
                <a:latin typeface="Calibri"/>
                <a:ea typeface="Calibri"/>
                <a:cs typeface="Calibri"/>
              </a:rPr>
              <a:t>Monitor</a:t>
            </a:r>
            <a:endParaRPr kumimoji="0" lang="en-US" sz="1200" b="1" i="0" u="none" strike="noStrike" kern="1200" cap="none" spc="0" normalizeH="0" baseline="0" noProof="0">
              <a:ln>
                <a:noFill/>
              </a:ln>
              <a:solidFill>
                <a:schemeClr val="bg1"/>
              </a:solidFill>
              <a:effectLst/>
              <a:uLnTx/>
              <a:uFillTx/>
              <a:latin typeface="Calibri"/>
              <a:ea typeface="Calibri"/>
              <a:cs typeface="Calibri"/>
            </a:endParaRPr>
          </a:p>
        </p:txBody>
      </p:sp>
      <p:sp>
        <p:nvSpPr>
          <p:cNvPr id="81" name="TextBox 80">
            <a:extLst>
              <a:ext uri="{FF2B5EF4-FFF2-40B4-BE49-F238E27FC236}">
                <a16:creationId xmlns:a16="http://schemas.microsoft.com/office/drawing/2014/main" id="{BC031943-A048-9372-3A1A-4D6DBC198891}"/>
              </a:ext>
            </a:extLst>
          </p:cNvPr>
          <p:cNvSpPr txBox="1"/>
          <p:nvPr/>
        </p:nvSpPr>
        <p:spPr>
          <a:xfrm>
            <a:off x="2423714" y="4506706"/>
            <a:ext cx="3566160" cy="276999"/>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schemeClr val="bg2">
                    <a:lumMod val="10000"/>
                  </a:schemeClr>
                </a:solidFill>
                <a:latin typeface="Calibri"/>
                <a:ea typeface="Calibri"/>
                <a:cs typeface="Calibri"/>
              </a:rPr>
              <a:t> </a:t>
            </a:r>
          </a:p>
        </p:txBody>
      </p:sp>
      <p:sp>
        <p:nvSpPr>
          <p:cNvPr id="82" name="TextBox 81">
            <a:extLst>
              <a:ext uri="{FF2B5EF4-FFF2-40B4-BE49-F238E27FC236}">
                <a16:creationId xmlns:a16="http://schemas.microsoft.com/office/drawing/2014/main" id="{07F35744-3B46-5E6F-AF85-1CBF302D0D93}"/>
              </a:ext>
            </a:extLst>
          </p:cNvPr>
          <p:cNvSpPr txBox="1"/>
          <p:nvPr/>
        </p:nvSpPr>
        <p:spPr>
          <a:xfrm>
            <a:off x="2458882" y="4923932"/>
            <a:ext cx="3566160" cy="276999"/>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schemeClr val="bg2">
                    <a:lumMod val="10000"/>
                  </a:schemeClr>
                </a:solidFill>
                <a:latin typeface="Calibri"/>
                <a:ea typeface="Calibri"/>
                <a:cs typeface="Calibri"/>
              </a:rPr>
              <a:t> </a:t>
            </a:r>
            <a:endParaRPr lang="en-US" dirty="0">
              <a:solidFill>
                <a:schemeClr val="bg2">
                  <a:lumMod val="10000"/>
                </a:schemeClr>
              </a:solidFill>
            </a:endParaRPr>
          </a:p>
        </p:txBody>
      </p:sp>
      <p:sp>
        <p:nvSpPr>
          <p:cNvPr id="85" name="TextBox 84">
            <a:extLst>
              <a:ext uri="{FF2B5EF4-FFF2-40B4-BE49-F238E27FC236}">
                <a16:creationId xmlns:a16="http://schemas.microsoft.com/office/drawing/2014/main" id="{9BDD053F-E391-DC51-2148-CBC4C93CD909}"/>
              </a:ext>
            </a:extLst>
          </p:cNvPr>
          <p:cNvSpPr txBox="1"/>
          <p:nvPr/>
        </p:nvSpPr>
        <p:spPr>
          <a:xfrm>
            <a:off x="698191" y="5880599"/>
            <a:ext cx="1714998" cy="279820"/>
          </a:xfrm>
          <a:prstGeom prst="rect">
            <a:avLst/>
          </a:prstGeom>
          <a:solidFill>
            <a:srgbClr val="7030A0"/>
          </a:solidFill>
        </p:spPr>
        <p:txBody>
          <a:bodyPr wrap="square" lIns="91440" tIns="45720" rIns="91440" bIns="45720" anchor="t">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1200" cap="none" spc="0" normalizeH="0" baseline="0" noProof="0">
                <a:ln>
                  <a:noFill/>
                </a:ln>
                <a:solidFill>
                  <a:schemeClr val="bg1"/>
                </a:solidFill>
                <a:effectLst/>
                <a:uLnTx/>
                <a:uFillTx/>
                <a:latin typeface="Calibri"/>
                <a:ea typeface="Calibri"/>
                <a:cs typeface="Calibri"/>
              </a:rPr>
              <a:t>Trackin</a:t>
            </a:r>
            <a:r>
              <a:rPr lang="en-US" sz="1200" b="1">
                <a:solidFill>
                  <a:schemeClr val="bg1"/>
                </a:solidFill>
                <a:latin typeface="Calibri"/>
                <a:ea typeface="Calibri"/>
                <a:cs typeface="Calibri"/>
              </a:rPr>
              <a:t>g</a:t>
            </a:r>
          </a:p>
        </p:txBody>
      </p:sp>
      <p:sp>
        <p:nvSpPr>
          <p:cNvPr id="86" name="TextBox 85">
            <a:extLst>
              <a:ext uri="{FF2B5EF4-FFF2-40B4-BE49-F238E27FC236}">
                <a16:creationId xmlns:a16="http://schemas.microsoft.com/office/drawing/2014/main" id="{F8A11DE5-D717-885C-B971-1D29BE819C72}"/>
              </a:ext>
            </a:extLst>
          </p:cNvPr>
          <p:cNvSpPr txBox="1"/>
          <p:nvPr/>
        </p:nvSpPr>
        <p:spPr>
          <a:xfrm>
            <a:off x="2453791" y="5871385"/>
            <a:ext cx="3566160" cy="276999"/>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p:txBody>
      </p:sp>
      <p:sp>
        <p:nvSpPr>
          <p:cNvPr id="90" name="Rectangle 89">
            <a:extLst>
              <a:ext uri="{FF2B5EF4-FFF2-40B4-BE49-F238E27FC236}">
                <a16:creationId xmlns:a16="http://schemas.microsoft.com/office/drawing/2014/main" id="{0DDADD7C-096C-2F35-F5B2-D1BC035913AC}"/>
              </a:ext>
            </a:extLst>
          </p:cNvPr>
          <p:cNvSpPr/>
          <p:nvPr/>
        </p:nvSpPr>
        <p:spPr bwMode="gray">
          <a:xfrm>
            <a:off x="6234675" y="425733"/>
            <a:ext cx="5701296" cy="6195295"/>
          </a:xfrm>
          <a:prstGeom prst="rect">
            <a:avLst/>
          </a:prstGeom>
          <a:noFill/>
          <a:ln w="19050" algn="ctr">
            <a:solidFill>
              <a:srgbClr val="7030A0"/>
            </a:solid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srgbClr val="62B5E5"/>
              </a:solidFill>
              <a:effectLst/>
              <a:uLnTx/>
              <a:uFillTx/>
              <a:latin typeface="Open Sans"/>
              <a:ea typeface="+mn-ea"/>
              <a:cs typeface="+mn-cs"/>
            </a:endParaRPr>
          </a:p>
        </p:txBody>
      </p:sp>
      <p:sp>
        <p:nvSpPr>
          <p:cNvPr id="58" name="Rectangle 57">
            <a:extLst>
              <a:ext uri="{FF2B5EF4-FFF2-40B4-BE49-F238E27FC236}">
                <a16:creationId xmlns:a16="http://schemas.microsoft.com/office/drawing/2014/main" id="{6406A60C-2423-5216-C241-FE126A1DFC99}"/>
              </a:ext>
            </a:extLst>
          </p:cNvPr>
          <p:cNvSpPr/>
          <p:nvPr/>
        </p:nvSpPr>
        <p:spPr bwMode="gray">
          <a:xfrm>
            <a:off x="461064" y="3943009"/>
            <a:ext cx="5539585" cy="2679288"/>
          </a:xfrm>
          <a:prstGeom prst="rect">
            <a:avLst/>
          </a:prstGeom>
          <a:noFill/>
          <a:ln w="19050" algn="ctr">
            <a:solidFill>
              <a:srgbClr val="7030A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Calibri"/>
              <a:ea typeface="Calibri"/>
              <a:cs typeface="Calibri"/>
            </a:endParaRPr>
          </a:p>
        </p:txBody>
      </p:sp>
      <p:sp>
        <p:nvSpPr>
          <p:cNvPr id="59" name="TextBox 58">
            <a:extLst>
              <a:ext uri="{FF2B5EF4-FFF2-40B4-BE49-F238E27FC236}">
                <a16:creationId xmlns:a16="http://schemas.microsoft.com/office/drawing/2014/main" id="{BC287C17-087F-C217-4F04-013D8AB8A3AF}"/>
              </a:ext>
            </a:extLst>
          </p:cNvPr>
          <p:cNvSpPr txBox="1"/>
          <p:nvPr/>
        </p:nvSpPr>
        <p:spPr>
          <a:xfrm>
            <a:off x="771232" y="3832461"/>
            <a:ext cx="3065272" cy="215444"/>
          </a:xfrm>
          <a:prstGeom prst="rect">
            <a:avLst/>
          </a:prstGeom>
          <a:solidFill>
            <a:schemeClr val="bg1"/>
          </a:solidFill>
        </p:spPr>
        <p:txBody>
          <a:bodyPr vert="horz" wrap="square" lIns="91440" tIns="0" rIns="0" bIns="0" rtlCol="0" anchor="t">
            <a:spAutoFit/>
          </a:bodyPr>
          <a:lstStyle/>
          <a:p>
            <a:pPr>
              <a:spcBef>
                <a:spcPts val="200"/>
              </a:spcBef>
              <a:buSzPct val="100000"/>
              <a:defRPr/>
            </a:pPr>
            <a:r>
              <a:rPr lang="en-US" sz="1400" spc="200" dirty="0">
                <a:solidFill>
                  <a:srgbClr val="7030A0"/>
                </a:solidFill>
                <a:latin typeface="Open Sans Extrabold"/>
                <a:ea typeface="Open Sans Extrabold"/>
                <a:cs typeface="Open Sans Extrabold"/>
              </a:rPr>
              <a:t>Goals-</a:t>
            </a:r>
            <a:r>
              <a:rPr kumimoji="0" lang="en-US" sz="1400" b="0" i="0" u="none" strike="noStrike" kern="1200" cap="none" spc="200" normalizeH="0" baseline="0" noProof="0" dirty="0">
                <a:ln>
                  <a:noFill/>
                </a:ln>
                <a:solidFill>
                  <a:srgbClr val="7030A0"/>
                </a:solidFill>
                <a:effectLst/>
                <a:uLnTx/>
                <a:uFillTx/>
                <a:latin typeface="Open Sans Extrabold"/>
                <a:ea typeface="Open Sans Extrabold"/>
                <a:cs typeface="Open Sans Extrabold"/>
              </a:rPr>
              <a:t> </a:t>
            </a:r>
            <a:r>
              <a:rPr lang="en-US" sz="1400" spc="200" dirty="0" err="1">
                <a:solidFill>
                  <a:srgbClr val="7030A0"/>
                </a:solidFill>
                <a:latin typeface="Open Sans Extrabold"/>
                <a:ea typeface="Open Sans Extrabold"/>
                <a:cs typeface="Open Sans Extrabold"/>
              </a:rPr>
              <a:t>nextMY</a:t>
            </a:r>
            <a:endParaRPr kumimoji="0" lang="en-US" sz="1400" b="0" i="0" u="none" strike="noStrike" kern="1200" cap="none" spc="200" normalizeH="0" baseline="0" noProof="0" dirty="0">
              <a:ln>
                <a:noFill/>
              </a:ln>
              <a:solidFill>
                <a:srgbClr val="7030A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endParaRPr>
          </a:p>
        </p:txBody>
      </p:sp>
      <p:sp>
        <p:nvSpPr>
          <p:cNvPr id="2" name="TextBox 1">
            <a:extLst>
              <a:ext uri="{FF2B5EF4-FFF2-40B4-BE49-F238E27FC236}">
                <a16:creationId xmlns:a16="http://schemas.microsoft.com/office/drawing/2014/main" id="{07B4A935-37C3-AE52-ED86-6FB53C1EDB14}"/>
              </a:ext>
            </a:extLst>
          </p:cNvPr>
          <p:cNvSpPr txBox="1"/>
          <p:nvPr/>
        </p:nvSpPr>
        <p:spPr>
          <a:xfrm>
            <a:off x="698190" y="5407778"/>
            <a:ext cx="1714998" cy="279820"/>
          </a:xfrm>
          <a:prstGeom prst="rect">
            <a:avLst/>
          </a:prstGeom>
          <a:solidFill>
            <a:srgbClr val="7030A0"/>
          </a:solidFill>
        </p:spPr>
        <p:txBody>
          <a:bodyPr wrap="square" lIns="91440" tIns="45720" rIns="91440" bIns="45720" anchor="t">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lang="en-US" sz="1200" b="1">
                <a:solidFill>
                  <a:schemeClr val="bg1"/>
                </a:solidFill>
                <a:latin typeface="Calibri"/>
                <a:ea typeface="Calibri"/>
                <a:cs typeface="Calibri"/>
              </a:rPr>
              <a:t>Collaborate</a:t>
            </a:r>
            <a:endParaRPr lang="en-US" sz="1200" b="1" i="0" strike="noStrike" kern="1200" cap="none" spc="0" normalizeH="0" baseline="0" noProof="0">
              <a:ln>
                <a:noFill/>
              </a:ln>
              <a:solidFill>
                <a:schemeClr val="bg1"/>
              </a:solidFill>
              <a:effectLst/>
              <a:uLnTx/>
              <a:uFillTx/>
              <a:latin typeface="Calibri"/>
              <a:ea typeface="Calibri"/>
              <a:cs typeface="Calibri"/>
            </a:endParaRPr>
          </a:p>
        </p:txBody>
      </p:sp>
      <p:sp>
        <p:nvSpPr>
          <p:cNvPr id="15" name="Rectangle 14">
            <a:extLst>
              <a:ext uri="{FF2B5EF4-FFF2-40B4-BE49-F238E27FC236}">
                <a16:creationId xmlns:a16="http://schemas.microsoft.com/office/drawing/2014/main" id="{261E73EC-ED8A-5181-AD03-52FACF50A44B}"/>
              </a:ext>
            </a:extLst>
          </p:cNvPr>
          <p:cNvSpPr/>
          <p:nvPr/>
        </p:nvSpPr>
        <p:spPr bwMode="gray">
          <a:xfrm>
            <a:off x="456466" y="925059"/>
            <a:ext cx="5538093" cy="2655966"/>
          </a:xfrm>
          <a:prstGeom prst="rect">
            <a:avLst/>
          </a:prstGeom>
          <a:noFill/>
          <a:ln w="19050" algn="ctr">
            <a:solidFill>
              <a:srgbClr val="7030A0"/>
            </a:solid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18" name="TextBox 17">
            <a:extLst>
              <a:ext uri="{FF2B5EF4-FFF2-40B4-BE49-F238E27FC236}">
                <a16:creationId xmlns:a16="http://schemas.microsoft.com/office/drawing/2014/main" id="{590318D2-29ED-EC4F-0CC3-703B2D660B77}"/>
              </a:ext>
            </a:extLst>
          </p:cNvPr>
          <p:cNvSpPr txBox="1"/>
          <p:nvPr/>
        </p:nvSpPr>
        <p:spPr>
          <a:xfrm>
            <a:off x="554619" y="815797"/>
            <a:ext cx="3111856" cy="215444"/>
          </a:xfrm>
          <a:prstGeom prst="rect">
            <a:avLst/>
          </a:prstGeom>
          <a:solidFill>
            <a:schemeClr val="bg1"/>
          </a:solidFill>
        </p:spPr>
        <p:txBody>
          <a:bodyPr vert="horz" wrap="square" lIns="91440" tIns="0" rIns="0" bIns="0" rtlCol="0" anchor="t">
            <a:spAutoFit/>
          </a:bodyPr>
          <a:lstStyle/>
          <a:p>
            <a:pPr>
              <a:spcBef>
                <a:spcPts val="200"/>
              </a:spcBef>
              <a:buSzPct val="100000"/>
              <a:defRPr/>
            </a:pPr>
            <a:r>
              <a:rPr lang="en-US" sz="1200" spc="200">
                <a:solidFill>
                  <a:srgbClr val="7030A0"/>
                </a:solidFill>
                <a:latin typeface="Open Sans Extrabold"/>
                <a:ea typeface="Open Sans Extrabold"/>
                <a:cs typeface="Open Sans Extrabold"/>
              </a:rPr>
              <a:t>       </a:t>
            </a:r>
            <a:r>
              <a:rPr lang="en-US" sz="1400" spc="200">
                <a:solidFill>
                  <a:srgbClr val="7030A0"/>
                </a:solidFill>
                <a:latin typeface="Open Sans Extrabold"/>
                <a:ea typeface="Open Sans Extrabold"/>
                <a:cs typeface="Open Sans Extrabold"/>
              </a:rPr>
              <a:t>Key Achievements</a:t>
            </a:r>
            <a:endParaRPr lang="en-US" sz="1400" b="1" i="0" u="none" strike="noStrike" kern="1200" cap="none" spc="200" normalizeH="0" baseline="0" noProof="0">
              <a:ln>
                <a:noFill/>
              </a:ln>
              <a:solidFill>
                <a:srgbClr val="7030A0"/>
              </a:solidFill>
              <a:effectLst/>
              <a:uLnTx/>
              <a:uFillTx/>
              <a:latin typeface="Open Sans Extrabold"/>
              <a:ea typeface="Open Sans Extrabold"/>
              <a:cs typeface="Open Sans Extrabold"/>
            </a:endParaRPr>
          </a:p>
        </p:txBody>
      </p:sp>
      <p:sp>
        <p:nvSpPr>
          <p:cNvPr id="21" name="TextBox 5">
            <a:extLst>
              <a:ext uri="{FF2B5EF4-FFF2-40B4-BE49-F238E27FC236}">
                <a16:creationId xmlns:a16="http://schemas.microsoft.com/office/drawing/2014/main" id="{5E77F152-9B57-5198-E729-F25AE8F1397A}"/>
              </a:ext>
            </a:extLst>
          </p:cNvPr>
          <p:cNvSpPr txBox="1"/>
          <p:nvPr/>
        </p:nvSpPr>
        <p:spPr>
          <a:xfrm>
            <a:off x="6387551" y="1030848"/>
            <a:ext cx="5562336" cy="579646"/>
          </a:xfrm>
          <a:prstGeom prst="rect">
            <a:avLst/>
          </a:prstGeom>
          <a:noFill/>
        </p:spPr>
        <p:txBody>
          <a:bodyPr vert="horz"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sz="1200" b="1">
              <a:solidFill>
                <a:prstClr val="black"/>
              </a:solidFill>
              <a:latin typeface="Calibri"/>
              <a:ea typeface="Calibri"/>
              <a:cs typeface="Calibri"/>
            </a:endParaRPr>
          </a:p>
          <a:p>
            <a:pPr marL="171450" indent="-171450">
              <a:buFont typeface="Wingdings"/>
              <a:buChar char="Ø"/>
              <a:defRPr/>
            </a:pPr>
            <a:endParaRPr lang="en-US" sz="1200">
              <a:solidFill>
                <a:prstClr val="black"/>
              </a:solidFill>
              <a:latin typeface="Calibri"/>
              <a:ea typeface="Open Sans"/>
              <a:cs typeface="Open Sans"/>
            </a:endParaRPr>
          </a:p>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200" b="1" i="0" u="none" strike="noStrike" kern="1200" cap="none" spc="0" normalizeH="0" baseline="0" noProof="0">
                <a:ln>
                  <a:noFill/>
                </a:ln>
                <a:solidFill>
                  <a:prstClr val="black"/>
                </a:solidFill>
                <a:effectLst/>
                <a:uLnTx/>
                <a:uFillTx/>
                <a:latin typeface="Calibri"/>
                <a:ea typeface="Calibri"/>
                <a:cs typeface="Calibri"/>
              </a:rPr>
              <a:t> </a:t>
            </a:r>
            <a:endParaRPr lang="en-US" sz="1200" b="1" i="0" u="none" strike="noStrike" kern="1200" cap="none" spc="0" normalizeH="0" baseline="0" noProof="0">
              <a:ln>
                <a:noFill/>
              </a:ln>
              <a:solidFill>
                <a:prstClr val="black"/>
              </a:solidFill>
              <a:effectLst/>
              <a:uLnTx/>
              <a:uFillTx/>
              <a:latin typeface="Calibri"/>
              <a:ea typeface="Calibri"/>
              <a:cs typeface="Calibri"/>
            </a:endParaRPr>
          </a:p>
        </p:txBody>
      </p:sp>
      <p:sp>
        <p:nvSpPr>
          <p:cNvPr id="5" name="TextBox 4">
            <a:extLst>
              <a:ext uri="{FF2B5EF4-FFF2-40B4-BE49-F238E27FC236}">
                <a16:creationId xmlns:a16="http://schemas.microsoft.com/office/drawing/2014/main" id="{C4AC55E6-75F4-B695-159C-831EB3562427}"/>
              </a:ext>
            </a:extLst>
          </p:cNvPr>
          <p:cNvSpPr txBox="1"/>
          <p:nvPr/>
        </p:nvSpPr>
        <p:spPr>
          <a:xfrm>
            <a:off x="2458881" y="5404577"/>
            <a:ext cx="3566160" cy="276999"/>
          </a:xfrm>
          <a:prstGeom prst="rect">
            <a:avLst/>
          </a:prstGeom>
          <a:noFill/>
        </p:spPr>
        <p:txBody>
          <a:bodyPr wrap="square" lIns="91440" tIns="45720" rIns="91440" bIns="45720" anchor="t">
            <a:spAutoFit/>
          </a:bodyPr>
          <a:lstStyle/>
          <a:p>
            <a:pPr marL="118745" indent="-118745">
              <a:spcBef>
                <a:spcPts val="600"/>
              </a:spcBef>
              <a:buSzPct val="100000"/>
              <a:buFont typeface="Wingdings" panose="05000000000000000000" pitchFamily="2" charset="2"/>
              <a:buChar char="Ø"/>
              <a:defRPr/>
            </a:pPr>
            <a:r>
              <a:rPr lang="en-US" sz="1200" dirty="0">
                <a:solidFill>
                  <a:schemeClr val="bg2">
                    <a:lumMod val="10000"/>
                  </a:schemeClr>
                </a:solidFill>
                <a:latin typeface="Calibri"/>
                <a:ea typeface="Calibri"/>
                <a:cs typeface="Calibri"/>
              </a:rPr>
              <a:t> </a:t>
            </a:r>
          </a:p>
        </p:txBody>
      </p:sp>
      <p:pic>
        <p:nvPicPr>
          <p:cNvPr id="6" name="Picture 5" descr="A graph showing different colored bars&#10;&#10;AI-generated content may be incorrect.">
            <a:extLst>
              <a:ext uri="{FF2B5EF4-FFF2-40B4-BE49-F238E27FC236}">
                <a16:creationId xmlns:a16="http://schemas.microsoft.com/office/drawing/2014/main" id="{6E7C1774-9E9A-4DBC-2CC5-B52B3AED0B1A}"/>
              </a:ext>
            </a:extLst>
          </p:cNvPr>
          <p:cNvPicPr>
            <a:picLocks noChangeAspect="1"/>
          </p:cNvPicPr>
          <p:nvPr/>
        </p:nvPicPr>
        <p:blipFill>
          <a:blip r:embed="rId3"/>
          <a:stretch>
            <a:fillRect/>
          </a:stretch>
        </p:blipFill>
        <p:spPr>
          <a:xfrm>
            <a:off x="6819966" y="1205915"/>
            <a:ext cx="4697506" cy="2658036"/>
          </a:xfrm>
          <a:prstGeom prst="rect">
            <a:avLst/>
          </a:prstGeom>
        </p:spPr>
      </p:pic>
    </p:spTree>
    <p:extLst>
      <p:ext uri="{BB962C8B-B14F-4D97-AF65-F5344CB8AC3E}">
        <p14:creationId xmlns:p14="http://schemas.microsoft.com/office/powerpoint/2010/main" val="9709217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83E49-56AA-345D-3A65-87FEFAF1BD34}"/>
            </a:ext>
          </a:extLst>
        </p:cNvPr>
        <p:cNvGrpSpPr/>
        <p:nvPr/>
      </p:nvGrpSpPr>
      <p:grpSpPr>
        <a:xfrm>
          <a:off x="0" y="0"/>
          <a:ext cx="0" cy="0"/>
          <a:chOff x="0" y="0"/>
          <a:chExt cx="0" cy="0"/>
        </a:xfrm>
      </p:grpSpPr>
      <p:sp>
        <p:nvSpPr>
          <p:cNvPr id="55" name="TextBox 54">
            <a:extLst>
              <a:ext uri="{FF2B5EF4-FFF2-40B4-BE49-F238E27FC236}">
                <a16:creationId xmlns:a16="http://schemas.microsoft.com/office/drawing/2014/main" id="{004A278A-41DE-161B-341E-A8A8A4C9DD34}"/>
              </a:ext>
            </a:extLst>
          </p:cNvPr>
          <p:cNvSpPr txBox="1"/>
          <p:nvPr/>
        </p:nvSpPr>
        <p:spPr>
          <a:xfrm>
            <a:off x="565918" y="2977440"/>
            <a:ext cx="2049023" cy="278923"/>
          </a:xfrm>
          <a:prstGeom prst="rect">
            <a:avLst/>
          </a:prstGeom>
          <a:noFill/>
        </p:spPr>
        <p:txBody>
          <a:bodyPr wrap="square" lIns="91440" tIns="45720" rIns="91440" bIns="45720" anchor="t">
            <a:spAutoFit/>
          </a:bodyPr>
          <a:lstStyle/>
          <a:p>
            <a:pPr algn="just">
              <a:lnSpc>
                <a:spcPct val="106000"/>
              </a:lnSpc>
              <a:defRPr/>
            </a:pPr>
            <a:r>
              <a:rPr lang="en-US" sz="1200" b="1">
                <a:solidFill>
                  <a:prstClr val="white"/>
                </a:solidFill>
                <a:latin typeface="Open Sans"/>
                <a:ea typeface="Open Sans"/>
                <a:cs typeface="Open Sans"/>
              </a:rPr>
              <a:t>     </a:t>
            </a:r>
            <a:endParaRPr lang="en-US" sz="1200" b="1" i="0" u="none" strike="noStrike" kern="1200" cap="none" spc="0" normalizeH="0" baseline="0" noProof="0">
              <a:ln>
                <a:noFill/>
              </a:ln>
              <a:solidFill>
                <a:prstClr val="white"/>
              </a:solidFill>
              <a:effectLst/>
              <a:uLnTx/>
              <a:uFillTx/>
              <a:latin typeface="Open Sans"/>
              <a:ea typeface="Open Sans"/>
              <a:cs typeface="Open Sans"/>
            </a:endParaRPr>
          </a:p>
        </p:txBody>
      </p:sp>
      <p:sp>
        <p:nvSpPr>
          <p:cNvPr id="75" name="Rectangle: Top Corners Rounded 74">
            <a:extLst>
              <a:ext uri="{FF2B5EF4-FFF2-40B4-BE49-F238E27FC236}">
                <a16:creationId xmlns:a16="http://schemas.microsoft.com/office/drawing/2014/main" id="{6302E71E-49BB-6B6D-0249-09129F9D817A}"/>
              </a:ext>
            </a:extLst>
          </p:cNvPr>
          <p:cNvSpPr/>
          <p:nvPr/>
        </p:nvSpPr>
        <p:spPr bwMode="gray">
          <a:xfrm rot="10800000">
            <a:off x="6325082" y="1035702"/>
            <a:ext cx="1605530" cy="253593"/>
          </a:xfrm>
          <a:prstGeom prst="round2SameRect">
            <a:avLst/>
          </a:prstGeom>
          <a:solidFill>
            <a:schemeClr val="bg2">
              <a:lumMod val="90000"/>
            </a:schemeClr>
          </a:solidFill>
          <a:ln w="19050" algn="ctr">
            <a:no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200" b="1" i="0" u="none" strike="noStrike" kern="1200" cap="none" spc="0" normalizeH="0" baseline="0" noProof="0">
              <a:ln>
                <a:noFill/>
              </a:ln>
              <a:solidFill>
                <a:prstClr val="white"/>
              </a:solidFill>
              <a:effectLst/>
              <a:uLnTx/>
              <a:uFillTx/>
              <a:latin typeface="Open Sans"/>
              <a:ea typeface="+mn-ea"/>
              <a:cs typeface="+mn-cs"/>
            </a:endParaRPr>
          </a:p>
        </p:txBody>
      </p:sp>
      <p:sp>
        <p:nvSpPr>
          <p:cNvPr id="76" name="TextBox 75">
            <a:extLst>
              <a:ext uri="{FF2B5EF4-FFF2-40B4-BE49-F238E27FC236}">
                <a16:creationId xmlns:a16="http://schemas.microsoft.com/office/drawing/2014/main" id="{4BD7C84E-43D4-5B6F-48D4-C554236595B3}"/>
              </a:ext>
            </a:extLst>
          </p:cNvPr>
          <p:cNvSpPr txBox="1"/>
          <p:nvPr/>
        </p:nvSpPr>
        <p:spPr>
          <a:xfrm>
            <a:off x="6213437" y="1021685"/>
            <a:ext cx="2467352" cy="278923"/>
          </a:xfrm>
          <a:prstGeom prst="rect">
            <a:avLst/>
          </a:prstGeom>
          <a:solidFill>
            <a:srgbClr val="7030A0"/>
          </a:solidFill>
        </p:spPr>
        <p:txBody>
          <a:bodyPr wrap="square" lIns="91440" tIns="45720" rIns="91440" bIns="45720" anchor="t">
            <a:spAutoFit/>
          </a:bodyPr>
          <a:lstStyle>
            <a:defPPr>
              <a:defRPr lang="en-US"/>
            </a:defPPr>
            <a:lvl1pPr algn="just">
              <a:lnSpc>
                <a:spcPct val="106000"/>
              </a:lnSpc>
              <a:defRPr sz="1200" b="1">
                <a:solidFill>
                  <a:prstClr val="white"/>
                </a:solidFill>
                <a:latin typeface="Open Sans"/>
                <a:ea typeface="Open Sans"/>
                <a:cs typeface="Open Sans"/>
              </a:defRPr>
            </a:lvl1pPr>
          </a:lstStyle>
          <a:p>
            <a:r>
              <a:rPr lang="en-US"/>
              <a:t>        </a:t>
            </a:r>
            <a:r>
              <a:rPr lang="en-US" sz="1100"/>
              <a:t>Task Capture</a:t>
            </a:r>
            <a:r>
              <a:rPr lang="en-US"/>
              <a:t> </a:t>
            </a:r>
          </a:p>
        </p:txBody>
      </p:sp>
      <p:sp>
        <p:nvSpPr>
          <p:cNvPr id="81" name="TextBox 80">
            <a:extLst>
              <a:ext uri="{FF2B5EF4-FFF2-40B4-BE49-F238E27FC236}">
                <a16:creationId xmlns:a16="http://schemas.microsoft.com/office/drawing/2014/main" id="{A6822B06-7FE8-3F43-C271-F1F8DC239C40}"/>
              </a:ext>
            </a:extLst>
          </p:cNvPr>
          <p:cNvSpPr txBox="1"/>
          <p:nvPr/>
        </p:nvSpPr>
        <p:spPr>
          <a:xfrm>
            <a:off x="8634513" y="1000854"/>
            <a:ext cx="2885057" cy="276999"/>
          </a:xfrm>
          <a:prstGeom prst="rect">
            <a:avLst/>
          </a:prstGeom>
          <a:noFill/>
        </p:spPr>
        <p:txBody>
          <a:bodyPr wrap="square" lIns="91440" tIns="45720" rIns="91440" bIns="45720" anchor="t">
            <a:spAutoFit/>
          </a:bodyPr>
          <a:lstStyle/>
          <a:p>
            <a:pPr marL="171450" indent="-171450" algn="just">
              <a:spcBef>
                <a:spcPts val="600"/>
              </a:spcBef>
              <a:buSzPct val="100000"/>
              <a:buFont typeface="Wingdings" panose="05000000000000000000" pitchFamily="2" charset="2"/>
              <a:buChar char="Ø"/>
              <a:defRPr/>
            </a:pPr>
            <a:r>
              <a:rPr lang="en-US" sz="1200" dirty="0">
                <a:latin typeface="Calibri"/>
                <a:ea typeface="Calibri"/>
                <a:cs typeface="Calibri"/>
              </a:rPr>
              <a:t> </a:t>
            </a:r>
          </a:p>
        </p:txBody>
      </p:sp>
      <p:sp>
        <p:nvSpPr>
          <p:cNvPr id="90" name="Rectangle 89">
            <a:extLst>
              <a:ext uri="{FF2B5EF4-FFF2-40B4-BE49-F238E27FC236}">
                <a16:creationId xmlns:a16="http://schemas.microsoft.com/office/drawing/2014/main" id="{1304142B-9A2D-0D9A-4FF5-330E1B5F99CF}"/>
              </a:ext>
            </a:extLst>
          </p:cNvPr>
          <p:cNvSpPr/>
          <p:nvPr/>
        </p:nvSpPr>
        <p:spPr bwMode="gray">
          <a:xfrm>
            <a:off x="6201822" y="3398084"/>
            <a:ext cx="5371047" cy="3351438"/>
          </a:xfrm>
          <a:prstGeom prst="rect">
            <a:avLst/>
          </a:prstGeom>
          <a:noFill/>
          <a:ln w="19050" algn="ctr">
            <a:solidFill>
              <a:srgbClr val="7030A0"/>
            </a:solidFill>
            <a:miter lim="800000"/>
            <a:headEnd/>
            <a:tailEnd/>
          </a:ln>
        </p:spPr>
        <p:txBody>
          <a:bodyPr wrap="square" lIns="88900" tIns="88900" rIns="88900" bIns="88900" rtlCol="0" anchor="t"/>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srgbClr val="62B5E5"/>
              </a:solidFill>
              <a:effectLst/>
              <a:uLnTx/>
              <a:uFillTx/>
              <a:latin typeface="Open Sans"/>
              <a:ea typeface="+mn-ea"/>
              <a:cs typeface="+mn-cs"/>
            </a:endParaRPr>
          </a:p>
        </p:txBody>
      </p:sp>
      <p:sp>
        <p:nvSpPr>
          <p:cNvPr id="2" name="Rectangle 1">
            <a:extLst>
              <a:ext uri="{FF2B5EF4-FFF2-40B4-BE49-F238E27FC236}">
                <a16:creationId xmlns:a16="http://schemas.microsoft.com/office/drawing/2014/main" id="{85CAED3C-EA29-C587-83FE-BC545977F0A4}"/>
              </a:ext>
            </a:extLst>
          </p:cNvPr>
          <p:cNvSpPr/>
          <p:nvPr/>
        </p:nvSpPr>
        <p:spPr bwMode="gray">
          <a:xfrm>
            <a:off x="557704" y="641455"/>
            <a:ext cx="5347724" cy="6102710"/>
          </a:xfrm>
          <a:prstGeom prst="rect">
            <a:avLst/>
          </a:prstGeom>
          <a:noFill/>
          <a:ln w="19050" algn="ctr">
            <a:solidFill>
              <a:srgbClr val="7030A0"/>
            </a:solid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58" name="Rectangle 57">
            <a:extLst>
              <a:ext uri="{FF2B5EF4-FFF2-40B4-BE49-F238E27FC236}">
                <a16:creationId xmlns:a16="http://schemas.microsoft.com/office/drawing/2014/main" id="{C489A5AB-633C-E27F-4D43-05C1DD0B46DC}"/>
              </a:ext>
            </a:extLst>
          </p:cNvPr>
          <p:cNvSpPr/>
          <p:nvPr/>
        </p:nvSpPr>
        <p:spPr bwMode="gray">
          <a:xfrm>
            <a:off x="6145666" y="639958"/>
            <a:ext cx="5394493" cy="2491187"/>
          </a:xfrm>
          <a:prstGeom prst="rect">
            <a:avLst/>
          </a:prstGeom>
          <a:noFill/>
          <a:ln w="19050" algn="ctr">
            <a:solidFill>
              <a:srgbClr val="7030A0"/>
            </a:solidFill>
            <a:miter lim="800000"/>
            <a:headEnd/>
            <a:tailEnd/>
          </a:ln>
        </p:spPr>
        <p:txBody>
          <a:bodyPr wrap="square" lIns="88900" tIns="88900" rIns="88900" bIns="88900" rtlCol="0" anchor="ctr"/>
          <a:lstStyle/>
          <a:p>
            <a:pPr marL="0" marR="0" lvl="0" indent="0" algn="just"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4" name="TextBox 3">
            <a:extLst>
              <a:ext uri="{FF2B5EF4-FFF2-40B4-BE49-F238E27FC236}">
                <a16:creationId xmlns:a16="http://schemas.microsoft.com/office/drawing/2014/main" id="{4DB00085-4FE3-833A-3C2D-D67C149A713C}"/>
              </a:ext>
            </a:extLst>
          </p:cNvPr>
          <p:cNvSpPr txBox="1"/>
          <p:nvPr/>
        </p:nvSpPr>
        <p:spPr>
          <a:xfrm>
            <a:off x="703704" y="536100"/>
            <a:ext cx="2681558" cy="215444"/>
          </a:xfrm>
          <a:prstGeom prst="rect">
            <a:avLst/>
          </a:prstGeom>
          <a:solidFill>
            <a:schemeClr val="bg1"/>
          </a:solidFill>
        </p:spPr>
        <p:txBody>
          <a:bodyPr vert="horz" wrap="square" lIns="91440" tIns="0" rIns="0" bIns="0" rtlCol="0" anchor="t">
            <a:spAutoFit/>
          </a:bodyPr>
          <a:lstStyle/>
          <a:p>
            <a:pPr marL="0" marR="0" lvl="0" indent="0" defTabSz="914400" rtl="0" eaLnBrk="1" fontAlgn="auto" latinLnBrk="0" hangingPunct="1">
              <a:lnSpc>
                <a:spcPct val="100000"/>
              </a:lnSpc>
              <a:spcBef>
                <a:spcPts val="200"/>
              </a:spcBef>
              <a:spcAft>
                <a:spcPts val="0"/>
              </a:spcAft>
              <a:buClrTx/>
              <a:buSzPct val="100000"/>
              <a:buFontTx/>
              <a:buNone/>
              <a:tabLst/>
              <a:defRPr/>
            </a:pPr>
            <a:r>
              <a:rPr kumimoji="0" lang="en-US" sz="1400" b="0" i="0" u="none" strike="noStrike" kern="1200" cap="none" spc="200" normalizeH="0" baseline="0" noProof="0">
                <a:ln>
                  <a:noFill/>
                </a:ln>
                <a:solidFill>
                  <a:srgbClr val="7030A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Key Achievements</a:t>
            </a:r>
          </a:p>
        </p:txBody>
      </p:sp>
      <p:sp>
        <p:nvSpPr>
          <p:cNvPr id="59" name="TextBox 58">
            <a:extLst>
              <a:ext uri="{FF2B5EF4-FFF2-40B4-BE49-F238E27FC236}">
                <a16:creationId xmlns:a16="http://schemas.microsoft.com/office/drawing/2014/main" id="{E942A9C8-8666-CC1B-26BD-2D6FE0A5732B}"/>
              </a:ext>
            </a:extLst>
          </p:cNvPr>
          <p:cNvSpPr txBox="1"/>
          <p:nvPr/>
        </p:nvSpPr>
        <p:spPr>
          <a:xfrm>
            <a:off x="6729045" y="557066"/>
            <a:ext cx="3109221" cy="215444"/>
          </a:xfrm>
          <a:prstGeom prst="rect">
            <a:avLst/>
          </a:prstGeom>
          <a:solidFill>
            <a:schemeClr val="bg1"/>
          </a:solidFill>
        </p:spPr>
        <p:txBody>
          <a:bodyPr vert="horz" wrap="square" lIns="91440" tIns="0" rIns="0" bIns="0" rtlCol="0" anchor="t">
            <a:spAutoFit/>
          </a:bodyPr>
          <a:lstStyle/>
          <a:p>
            <a:pPr>
              <a:spcBef>
                <a:spcPts val="200"/>
              </a:spcBef>
              <a:buSzPct val="100000"/>
              <a:defRPr/>
            </a:pPr>
            <a:r>
              <a:rPr kumimoji="0" lang="en-US" sz="1400" b="1" i="0" u="none" strike="noStrike" kern="1200" cap="none" spc="200" normalizeH="0" baseline="0" noProof="0" dirty="0">
                <a:ln>
                  <a:noFill/>
                </a:ln>
                <a:solidFill>
                  <a:srgbClr val="7030A0"/>
                </a:solidFill>
                <a:effectLst/>
                <a:uLnTx/>
                <a:uFillTx/>
                <a:latin typeface="Open Sans Extrabold"/>
                <a:ea typeface="Open Sans Extrabold"/>
                <a:cs typeface="Open Sans Extrabold"/>
              </a:rPr>
              <a:t>Goals for </a:t>
            </a:r>
            <a:r>
              <a:rPr lang="en-US" sz="1400" spc="200" dirty="0" err="1">
                <a:solidFill>
                  <a:srgbClr val="7030A0"/>
                </a:solidFill>
                <a:latin typeface="Open Sans Extrabold"/>
                <a:ea typeface="Open Sans Extrabold"/>
                <a:cs typeface="Open Sans Extrabold"/>
              </a:rPr>
              <a:t>nextMY</a:t>
            </a:r>
            <a:endParaRPr kumimoji="0" lang="en-US" sz="1400" b="1" i="0" u="none" strike="noStrike" kern="1200" cap="none" spc="200" normalizeH="0" baseline="0" noProof="0" dirty="0">
              <a:ln>
                <a:noFill/>
              </a:ln>
              <a:solidFill>
                <a:srgbClr val="7030A0"/>
              </a:solidFill>
              <a:effectLst/>
              <a:uLnTx/>
              <a:uFillTx/>
              <a:latin typeface="Open Sans Extrabold"/>
              <a:ea typeface="Open Sans Extrabold"/>
              <a:cs typeface="Open Sans Extrabold"/>
            </a:endParaRPr>
          </a:p>
        </p:txBody>
      </p:sp>
      <p:sp>
        <p:nvSpPr>
          <p:cNvPr id="68" name="TextBox 67">
            <a:extLst>
              <a:ext uri="{FF2B5EF4-FFF2-40B4-BE49-F238E27FC236}">
                <a16:creationId xmlns:a16="http://schemas.microsoft.com/office/drawing/2014/main" id="{E52D4018-504C-A0F6-D79B-276E8B261237}"/>
              </a:ext>
            </a:extLst>
          </p:cNvPr>
          <p:cNvSpPr txBox="1"/>
          <p:nvPr/>
        </p:nvSpPr>
        <p:spPr>
          <a:xfrm>
            <a:off x="7608161" y="3289151"/>
            <a:ext cx="2468881" cy="215444"/>
          </a:xfrm>
          <a:prstGeom prst="rect">
            <a:avLst/>
          </a:prstGeom>
          <a:solidFill>
            <a:schemeClr val="bg1"/>
          </a:solidFill>
        </p:spPr>
        <p:txBody>
          <a:bodyPr vert="horz" wrap="square" lIns="91440" tIns="0" rIns="0" bIns="0" rtlCol="0" anchor="t">
            <a:spAutoFit/>
          </a:bodyPr>
          <a:lstStyle/>
          <a:p>
            <a:pPr marL="0" marR="0" lvl="0" indent="0" defTabSz="914400" rtl="0" eaLnBrk="1" fontAlgn="auto" latinLnBrk="0" hangingPunct="1">
              <a:lnSpc>
                <a:spcPct val="100000"/>
              </a:lnSpc>
              <a:spcBef>
                <a:spcPts val="200"/>
              </a:spcBef>
              <a:spcAft>
                <a:spcPts val="0"/>
              </a:spcAft>
              <a:buClrTx/>
              <a:buSzPct val="100000"/>
              <a:buFontTx/>
              <a:buNone/>
              <a:tabLst/>
              <a:defRPr/>
            </a:pPr>
            <a:r>
              <a:rPr kumimoji="0" lang="en-US" sz="1400" b="0" i="0" u="none" strike="noStrike" kern="1200" cap="none" spc="200" normalizeH="0" baseline="0" noProof="0">
                <a:ln>
                  <a:noFill/>
                </a:ln>
                <a:solidFill>
                  <a:srgbClr val="7030A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Module in numbers</a:t>
            </a:r>
          </a:p>
        </p:txBody>
      </p:sp>
      <p:sp>
        <p:nvSpPr>
          <p:cNvPr id="7" name="TextBox 6">
            <a:extLst>
              <a:ext uri="{FF2B5EF4-FFF2-40B4-BE49-F238E27FC236}">
                <a16:creationId xmlns:a16="http://schemas.microsoft.com/office/drawing/2014/main" id="{DEC42A0C-8771-458B-6F4C-51104F497E98}"/>
              </a:ext>
            </a:extLst>
          </p:cNvPr>
          <p:cNvSpPr txBox="1"/>
          <p:nvPr/>
        </p:nvSpPr>
        <p:spPr>
          <a:xfrm>
            <a:off x="592443" y="1852959"/>
            <a:ext cx="1878170" cy="34033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spcBef>
                <a:spcPts val="200"/>
              </a:spcBef>
              <a:buSzPct val="100000"/>
            </a:pPr>
            <a:endParaRPr lang="en-US" sz="1200"/>
          </a:p>
        </p:txBody>
      </p:sp>
      <p:sp>
        <p:nvSpPr>
          <p:cNvPr id="6" name="TextBox 5">
            <a:extLst>
              <a:ext uri="{FF2B5EF4-FFF2-40B4-BE49-F238E27FC236}">
                <a16:creationId xmlns:a16="http://schemas.microsoft.com/office/drawing/2014/main" id="{81747590-D306-145F-A50E-A99C8C02A77B}"/>
              </a:ext>
            </a:extLst>
          </p:cNvPr>
          <p:cNvSpPr txBox="1"/>
          <p:nvPr/>
        </p:nvSpPr>
        <p:spPr>
          <a:xfrm>
            <a:off x="6324071" y="3214972"/>
            <a:ext cx="5067829" cy="646331"/>
          </a:xfrm>
          <a:prstGeom prst="rect">
            <a:avLst/>
          </a:prstGeom>
          <a:noFill/>
        </p:spPr>
        <p:txBody>
          <a:bodyPr wrap="square" lIns="91440" tIns="45720" rIns="91440" bIns="45720" anchor="t">
            <a:spAutoFit/>
          </a:bodyPr>
          <a:lstStyle/>
          <a:p>
            <a:r>
              <a:rPr lang="en-US" sz="1200">
                <a:latin typeface="Calibri"/>
                <a:ea typeface="Calibri"/>
                <a:cs typeface="Calibri"/>
              </a:rPr>
              <a:t> </a:t>
            </a:r>
            <a:endParaRPr lang="en-US"/>
          </a:p>
          <a:p>
            <a:pPr marL="171450" indent="-171450">
              <a:buFont typeface="Wingdings" panose="05000000000000000000" pitchFamily="2" charset="2"/>
              <a:buChar char="ü"/>
            </a:pPr>
            <a:endParaRPr lang="en-US" sz="1200">
              <a:latin typeface="Calibri" panose="020F0502020204030204" pitchFamily="34" charset="0"/>
              <a:ea typeface="Calibri" panose="020F0502020204030204" pitchFamily="34" charset="0"/>
              <a:cs typeface="Calibri" panose="020F0502020204030204" pitchFamily="34" charset="0"/>
            </a:endParaRPr>
          </a:p>
          <a:p>
            <a:pPr marL="171450" indent="-171450">
              <a:buFont typeface="Wingdings" panose="05000000000000000000" pitchFamily="2" charset="2"/>
              <a:buChar char="ü"/>
            </a:pPr>
            <a:endParaRPr lang="en-US" sz="120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B9CB3C96-E58B-DBA5-8DCD-7CB57066AC76}"/>
              </a:ext>
            </a:extLst>
          </p:cNvPr>
          <p:cNvSpPr txBox="1"/>
          <p:nvPr/>
        </p:nvSpPr>
        <p:spPr>
          <a:xfrm>
            <a:off x="6365168" y="6094180"/>
            <a:ext cx="4954869" cy="461665"/>
          </a:xfrm>
          <a:prstGeom prst="rect">
            <a:avLst/>
          </a:prstGeom>
          <a:noFill/>
        </p:spPr>
        <p:txBody>
          <a:bodyPr wrap="square" lIns="91440" tIns="45720" rIns="91440" bIns="45720" anchor="t">
            <a:spAutoFit/>
          </a:bodyPr>
          <a:lstStyle/>
          <a:p>
            <a:endParaRPr lang="en-US" sz="1200">
              <a:ea typeface="+mn-lt"/>
              <a:cs typeface="+mn-lt"/>
            </a:endParaRPr>
          </a:p>
          <a:p>
            <a:r>
              <a:rPr lang="en-US" sz="1200">
                <a:ea typeface="+mn-lt"/>
                <a:cs typeface="+mn-lt"/>
              </a:rPr>
              <a:t>Link to QA interactive Dashboard: </a:t>
            </a:r>
            <a:r>
              <a:rPr lang="en-US" sz="1200">
                <a:hlinkClick r:id="rId2"/>
              </a:rPr>
              <a:t>Power BI Report for QA</a:t>
            </a:r>
            <a:endParaRPr lang="en-US" sz="1200">
              <a:ea typeface="Open Sans"/>
              <a:cs typeface="Open Sans"/>
            </a:endParaRPr>
          </a:p>
        </p:txBody>
      </p:sp>
      <p:sp>
        <p:nvSpPr>
          <p:cNvPr id="8" name="Title 7">
            <a:extLst>
              <a:ext uri="{FF2B5EF4-FFF2-40B4-BE49-F238E27FC236}">
                <a16:creationId xmlns:a16="http://schemas.microsoft.com/office/drawing/2014/main" id="{CCFEC51D-6FC5-1A5F-50F4-47CBFF6C4FA7}"/>
              </a:ext>
            </a:extLst>
          </p:cNvPr>
          <p:cNvSpPr>
            <a:spLocks noGrp="1"/>
          </p:cNvSpPr>
          <p:nvPr>
            <p:ph type="title"/>
          </p:nvPr>
        </p:nvSpPr>
        <p:spPr>
          <a:xfrm>
            <a:off x="518070" y="115342"/>
            <a:ext cx="11390734" cy="365760"/>
          </a:xfrm>
        </p:spPr>
        <p:txBody>
          <a:bodyPr/>
          <a:lstStyle/>
          <a:p>
            <a:r>
              <a:rPr lang="en-US"/>
              <a:t>Quality Assurance</a:t>
            </a:r>
          </a:p>
        </p:txBody>
      </p:sp>
      <p:sp>
        <p:nvSpPr>
          <p:cNvPr id="5" name="TextBox 4">
            <a:extLst>
              <a:ext uri="{FF2B5EF4-FFF2-40B4-BE49-F238E27FC236}">
                <a16:creationId xmlns:a16="http://schemas.microsoft.com/office/drawing/2014/main" id="{373C9EA5-0A19-58D0-442E-C88094E2CD46}"/>
              </a:ext>
            </a:extLst>
          </p:cNvPr>
          <p:cNvSpPr txBox="1"/>
          <p:nvPr/>
        </p:nvSpPr>
        <p:spPr>
          <a:xfrm>
            <a:off x="592443" y="945316"/>
            <a:ext cx="2397452" cy="247760"/>
          </a:xfrm>
          <a:prstGeom prst="rect">
            <a:avLst/>
          </a:prstGeom>
          <a:solidFill>
            <a:srgbClr val="7030A0"/>
          </a:solidFill>
        </p:spPr>
        <p:txBody>
          <a:bodyPr wrap="square" lIns="91440" tIns="45720" rIns="91440" bIns="45720" anchor="t">
            <a:spAutoFit/>
          </a:bodyPr>
          <a:lstStyle>
            <a:defPPr>
              <a:defRPr lang="en-US"/>
            </a:defPPr>
            <a:lvl1pPr algn="just">
              <a:lnSpc>
                <a:spcPct val="106000"/>
              </a:lnSpc>
              <a:defRPr sz="1200" b="1">
                <a:solidFill>
                  <a:prstClr val="white"/>
                </a:solidFill>
                <a:latin typeface="Open Sans"/>
                <a:ea typeface="Open Sans"/>
                <a:cs typeface="Open Sans"/>
              </a:defRPr>
            </a:lvl1pPr>
          </a:lstStyle>
          <a:p>
            <a:pPr>
              <a:defRPr/>
            </a:pPr>
            <a:r>
              <a:rPr lang="en-US" sz="1000"/>
              <a:t>Task Capture Script Review</a:t>
            </a:r>
            <a:endParaRPr lang="en-US" sz="1000" b="1" i="0" u="none" strike="noStrike" kern="1200" cap="none" spc="0" normalizeH="0" baseline="0" noProof="0">
              <a:ln>
                <a:noFill/>
              </a:ln>
              <a:solidFill>
                <a:prstClr val="white"/>
              </a:solidFill>
              <a:effectLst/>
              <a:uLnTx/>
              <a:uFillTx/>
              <a:latin typeface="Open Sans"/>
              <a:ea typeface="Open Sans"/>
              <a:cs typeface="Open Sans"/>
            </a:endParaRPr>
          </a:p>
        </p:txBody>
      </p:sp>
      <p:sp>
        <p:nvSpPr>
          <p:cNvPr id="19" name="TextBox 18">
            <a:extLst>
              <a:ext uri="{FF2B5EF4-FFF2-40B4-BE49-F238E27FC236}">
                <a16:creationId xmlns:a16="http://schemas.microsoft.com/office/drawing/2014/main" id="{6279D37D-298C-D59C-A1B6-20AF89636C83}"/>
              </a:ext>
            </a:extLst>
          </p:cNvPr>
          <p:cNvSpPr txBox="1"/>
          <p:nvPr/>
        </p:nvSpPr>
        <p:spPr>
          <a:xfrm>
            <a:off x="2976998" y="911323"/>
            <a:ext cx="2928430" cy="276999"/>
          </a:xfrm>
          <a:prstGeom prst="rect">
            <a:avLst/>
          </a:prstGeom>
          <a:noFill/>
        </p:spPr>
        <p:txBody>
          <a:bodyPr wrap="square" lIns="91440" tIns="45720" rIns="91440" bIns="45720" anchor="t">
            <a:spAutoFit/>
          </a:bodyPr>
          <a:lstStyle/>
          <a:p>
            <a:pPr marL="171450" indent="-171450" algn="just">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endParaRPr lang="en-US" dirty="0">
              <a:solidFill>
                <a:prstClr val="black"/>
              </a:solidFill>
            </a:endParaRPr>
          </a:p>
        </p:txBody>
      </p:sp>
      <p:sp>
        <p:nvSpPr>
          <p:cNvPr id="20" name="TextBox 19">
            <a:extLst>
              <a:ext uri="{FF2B5EF4-FFF2-40B4-BE49-F238E27FC236}">
                <a16:creationId xmlns:a16="http://schemas.microsoft.com/office/drawing/2014/main" id="{1A89BEC0-78A1-9E6B-00E6-C6C864CCEEF6}"/>
              </a:ext>
            </a:extLst>
          </p:cNvPr>
          <p:cNvSpPr txBox="1"/>
          <p:nvPr/>
        </p:nvSpPr>
        <p:spPr>
          <a:xfrm>
            <a:off x="512927" y="2175528"/>
            <a:ext cx="2397452" cy="247760"/>
          </a:xfrm>
          <a:prstGeom prst="rect">
            <a:avLst/>
          </a:prstGeom>
          <a:solidFill>
            <a:srgbClr val="7030A0"/>
          </a:solidFill>
        </p:spPr>
        <p:txBody>
          <a:bodyPr wrap="square" lIns="91440" tIns="45720" rIns="91440" bIns="45720" anchor="t">
            <a:spAutoFit/>
          </a:bodyPr>
          <a:lstStyle>
            <a:defPPr>
              <a:defRPr lang="en-US"/>
            </a:defPPr>
            <a:lvl1pPr algn="just">
              <a:lnSpc>
                <a:spcPct val="106000"/>
              </a:lnSpc>
              <a:defRPr sz="1200" b="1">
                <a:solidFill>
                  <a:prstClr val="white"/>
                </a:solidFill>
                <a:latin typeface="Open Sans"/>
                <a:ea typeface="Open Sans"/>
                <a:cs typeface="Open Sans"/>
              </a:defRPr>
            </a:lvl1pPr>
          </a:lstStyle>
          <a:p>
            <a:pPr>
              <a:defRPr/>
            </a:pPr>
            <a:r>
              <a:rPr lang="en-US" sz="1000"/>
              <a:t>Task Capture Script update</a:t>
            </a:r>
            <a:endParaRPr lang="en-US" sz="1000" b="1" i="0" u="none" strike="noStrike" kern="1200" cap="none" spc="0" normalizeH="0" baseline="0" noProof="0">
              <a:ln>
                <a:noFill/>
              </a:ln>
              <a:effectLst/>
              <a:uLnTx/>
              <a:uFillTx/>
              <a:latin typeface="Open Sans"/>
              <a:ea typeface="Open Sans"/>
              <a:cs typeface="Open Sans"/>
            </a:endParaRPr>
          </a:p>
        </p:txBody>
      </p:sp>
      <p:sp>
        <p:nvSpPr>
          <p:cNvPr id="21" name="TextBox 20">
            <a:extLst>
              <a:ext uri="{FF2B5EF4-FFF2-40B4-BE49-F238E27FC236}">
                <a16:creationId xmlns:a16="http://schemas.microsoft.com/office/drawing/2014/main" id="{D073097B-8826-015B-D7F3-F504FA3AF0A7}"/>
              </a:ext>
            </a:extLst>
          </p:cNvPr>
          <p:cNvSpPr txBox="1"/>
          <p:nvPr/>
        </p:nvSpPr>
        <p:spPr>
          <a:xfrm>
            <a:off x="2986707" y="2174561"/>
            <a:ext cx="2858092" cy="276999"/>
          </a:xfrm>
          <a:prstGeom prst="rect">
            <a:avLst/>
          </a:prstGeom>
          <a:noFill/>
        </p:spPr>
        <p:txBody>
          <a:bodyPr wrap="square" lIns="91440" tIns="45720" rIns="91440" bIns="45720" anchor="t">
            <a:spAutoFit/>
          </a:bodyPr>
          <a:lstStyle/>
          <a:p>
            <a:pPr marL="171450" indent="-171450" algn="just">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p:txBody>
      </p:sp>
      <p:sp>
        <p:nvSpPr>
          <p:cNvPr id="22" name="TextBox 21">
            <a:extLst>
              <a:ext uri="{FF2B5EF4-FFF2-40B4-BE49-F238E27FC236}">
                <a16:creationId xmlns:a16="http://schemas.microsoft.com/office/drawing/2014/main" id="{803EDB59-565F-8863-9742-7B91882C4EBA}"/>
              </a:ext>
            </a:extLst>
          </p:cNvPr>
          <p:cNvSpPr txBox="1"/>
          <p:nvPr/>
        </p:nvSpPr>
        <p:spPr>
          <a:xfrm>
            <a:off x="592443" y="3417033"/>
            <a:ext cx="2397452" cy="247760"/>
          </a:xfrm>
          <a:prstGeom prst="rect">
            <a:avLst/>
          </a:prstGeom>
          <a:solidFill>
            <a:srgbClr val="7030A0"/>
          </a:solidFill>
        </p:spPr>
        <p:txBody>
          <a:bodyPr wrap="square" lIns="91440" tIns="45720" rIns="91440" bIns="45720" anchor="t">
            <a:spAutoFit/>
          </a:bodyPr>
          <a:lstStyle>
            <a:defPPr>
              <a:defRPr lang="en-US"/>
            </a:defPPr>
            <a:lvl1pPr algn="just">
              <a:lnSpc>
                <a:spcPct val="106000"/>
              </a:lnSpc>
              <a:defRPr sz="1200" b="1">
                <a:solidFill>
                  <a:prstClr val="white"/>
                </a:solidFill>
                <a:latin typeface="Open Sans"/>
                <a:ea typeface="Open Sans"/>
                <a:cs typeface="Open Sans"/>
              </a:defRPr>
            </a:lvl1pPr>
          </a:lstStyle>
          <a:p>
            <a:pPr>
              <a:defRPr/>
            </a:pPr>
            <a:r>
              <a:rPr lang="en-US" sz="1000"/>
              <a:t>Task Capture</a:t>
            </a:r>
            <a:endParaRPr lang="en-US" sz="1000" b="1" i="0" u="none" strike="noStrike" kern="1200" cap="none" spc="0" normalizeH="0" baseline="0" noProof="0">
              <a:ln>
                <a:noFill/>
              </a:ln>
              <a:solidFill>
                <a:prstClr val="white"/>
              </a:solidFill>
              <a:effectLst/>
              <a:uLnTx/>
              <a:uFillTx/>
              <a:latin typeface="Open Sans"/>
              <a:ea typeface="Open Sans"/>
              <a:cs typeface="Open Sans"/>
            </a:endParaRPr>
          </a:p>
        </p:txBody>
      </p:sp>
      <p:sp>
        <p:nvSpPr>
          <p:cNvPr id="23" name="TextBox 22">
            <a:extLst>
              <a:ext uri="{FF2B5EF4-FFF2-40B4-BE49-F238E27FC236}">
                <a16:creationId xmlns:a16="http://schemas.microsoft.com/office/drawing/2014/main" id="{5E6F6934-BA12-D70D-69E3-EF21EA342A8E}"/>
              </a:ext>
            </a:extLst>
          </p:cNvPr>
          <p:cNvSpPr txBox="1"/>
          <p:nvPr/>
        </p:nvSpPr>
        <p:spPr>
          <a:xfrm>
            <a:off x="2977356" y="3397182"/>
            <a:ext cx="2928430" cy="2108269"/>
          </a:xfrm>
          <a:prstGeom prst="rect">
            <a:avLst/>
          </a:prstGeom>
          <a:noFill/>
        </p:spPr>
        <p:txBody>
          <a:bodyPr wrap="square" lIns="91440" tIns="45720" rIns="91440" bIns="45720" anchor="t">
            <a:spAutoFit/>
          </a:bodyPr>
          <a:lstStyle/>
          <a:p>
            <a:pPr marL="171450" indent="-171450" algn="just">
              <a:spcBef>
                <a:spcPts val="600"/>
              </a:spcBef>
              <a:buSzPct val="100000"/>
              <a:buFont typeface="Wingdings" panose="05000000000000000000" pitchFamily="2" charset="2"/>
              <a:buChar char="Ø"/>
              <a:defRPr/>
            </a:pPr>
            <a:r>
              <a:rPr lang="en-US" sz="1200" dirty="0">
                <a:solidFill>
                  <a:srgbClr val="000000"/>
                </a:solidFill>
                <a:latin typeface="Calibri"/>
                <a:ea typeface="Calibri"/>
                <a:cs typeface="Calibri"/>
              </a:rPr>
              <a:t> </a:t>
            </a:r>
            <a:endParaRPr kumimoji="0" lang="en-US" sz="1200" b="0" i="0" u="none" strike="noStrike" kern="1200" cap="none" spc="0" normalizeH="0" baseline="0" noProof="0" dirty="0">
              <a:ln>
                <a:noFill/>
              </a:ln>
              <a:solidFill>
                <a:srgbClr val="000000"/>
              </a:solidFill>
              <a:effectLst/>
              <a:uLnTx/>
              <a:uFillTx/>
              <a:latin typeface="Calibri"/>
              <a:ea typeface="Calibri"/>
              <a:cs typeface="Calibri"/>
            </a:endParaRPr>
          </a:p>
          <a:p>
            <a:pPr algn="just">
              <a:spcBef>
                <a:spcPts val="600"/>
              </a:spcBef>
              <a:buSzPct val="100000"/>
              <a:defRPr/>
            </a:pPr>
            <a:r>
              <a:rPr lang="en-US" sz="1200" dirty="0">
                <a:solidFill>
                  <a:srgbClr val="000000"/>
                </a:solidFill>
                <a:latin typeface="Calibri"/>
                <a:ea typeface="Calibri"/>
                <a:cs typeface="Calibri"/>
              </a:rPr>
              <a:t>         </a:t>
            </a:r>
          </a:p>
          <a:p>
            <a:pPr algn="just">
              <a:spcBef>
                <a:spcPts val="600"/>
              </a:spcBef>
              <a:buSzPct val="100000"/>
              <a:defRPr/>
            </a:pPr>
            <a:r>
              <a:rPr lang="en-US" sz="1200" dirty="0">
                <a:solidFill>
                  <a:srgbClr val="000000"/>
                </a:solidFill>
                <a:latin typeface="Calibri"/>
                <a:ea typeface="Calibri"/>
                <a:cs typeface="Calibri"/>
              </a:rPr>
              <a:t>         Total: </a:t>
            </a:r>
          </a:p>
          <a:p>
            <a:pPr algn="just">
              <a:spcBef>
                <a:spcPts val="600"/>
              </a:spcBef>
              <a:defRPr/>
            </a:pPr>
            <a:r>
              <a:rPr lang="en-US" sz="1200" dirty="0">
                <a:solidFill>
                  <a:srgbClr val="000000"/>
                </a:solidFill>
                <a:latin typeface="Calibri"/>
                <a:ea typeface="Calibri"/>
                <a:cs typeface="Calibri"/>
              </a:rPr>
              <a:t>         Completed: </a:t>
            </a:r>
          </a:p>
          <a:p>
            <a:pPr algn="just">
              <a:spcBef>
                <a:spcPts val="600"/>
              </a:spcBef>
              <a:defRPr/>
            </a:pPr>
            <a:r>
              <a:rPr lang="en-US" sz="1200" dirty="0">
                <a:solidFill>
                  <a:srgbClr val="000000"/>
                </a:solidFill>
                <a:latin typeface="Calibri"/>
                <a:ea typeface="Calibri"/>
                <a:cs typeface="Calibri"/>
              </a:rPr>
              <a:t>         In Progress: </a:t>
            </a:r>
          </a:p>
          <a:p>
            <a:pPr algn="just">
              <a:spcBef>
                <a:spcPts val="600"/>
              </a:spcBef>
              <a:defRPr/>
            </a:pPr>
            <a:r>
              <a:rPr lang="en-US" sz="1200" dirty="0">
                <a:solidFill>
                  <a:srgbClr val="000000"/>
                </a:solidFill>
                <a:latin typeface="Calibri"/>
                <a:ea typeface="Calibri"/>
                <a:cs typeface="Calibri"/>
              </a:rPr>
              <a:t>         Not Started: </a:t>
            </a:r>
          </a:p>
          <a:p>
            <a:pPr algn="just">
              <a:spcBef>
                <a:spcPts val="600"/>
              </a:spcBef>
              <a:defRPr/>
            </a:pPr>
            <a:endParaRPr lang="en-US" sz="1200" dirty="0">
              <a:solidFill>
                <a:srgbClr val="000000"/>
              </a:solidFill>
              <a:latin typeface="Calibri"/>
              <a:ea typeface="Calibri"/>
              <a:cs typeface="Calibri"/>
            </a:endParaRPr>
          </a:p>
          <a:p>
            <a:pPr algn="just">
              <a:spcBef>
                <a:spcPts val="600"/>
              </a:spcBef>
              <a:defRPr/>
            </a:pPr>
            <a:r>
              <a:rPr lang="en-US" sz="1200" dirty="0">
                <a:solidFill>
                  <a:srgbClr val="000000"/>
                </a:solidFill>
                <a:latin typeface="Calibri"/>
                <a:ea typeface="Calibri"/>
                <a:cs typeface="Calibri"/>
              </a:rPr>
              <a:t>         </a:t>
            </a:r>
          </a:p>
        </p:txBody>
      </p:sp>
      <p:sp>
        <p:nvSpPr>
          <p:cNvPr id="25" name="TextBox 24">
            <a:extLst>
              <a:ext uri="{FF2B5EF4-FFF2-40B4-BE49-F238E27FC236}">
                <a16:creationId xmlns:a16="http://schemas.microsoft.com/office/drawing/2014/main" id="{C792CF59-CEDB-139D-5E5B-D5BBCB32D06E}"/>
              </a:ext>
            </a:extLst>
          </p:cNvPr>
          <p:cNvSpPr txBox="1"/>
          <p:nvPr/>
        </p:nvSpPr>
        <p:spPr>
          <a:xfrm>
            <a:off x="562549" y="4989488"/>
            <a:ext cx="2397452" cy="247760"/>
          </a:xfrm>
          <a:prstGeom prst="rect">
            <a:avLst/>
          </a:prstGeom>
          <a:solidFill>
            <a:srgbClr val="7030A0"/>
          </a:solidFill>
        </p:spPr>
        <p:txBody>
          <a:bodyPr wrap="square" lIns="91440" tIns="45720" rIns="91440" bIns="45720" anchor="t">
            <a:spAutoFit/>
          </a:bodyPr>
          <a:lstStyle>
            <a:defPPr>
              <a:defRPr lang="en-US"/>
            </a:defPPr>
            <a:lvl1pPr algn="just">
              <a:lnSpc>
                <a:spcPct val="106000"/>
              </a:lnSpc>
              <a:defRPr sz="1200" b="1">
                <a:solidFill>
                  <a:prstClr val="white"/>
                </a:solidFill>
                <a:latin typeface="Open Sans"/>
                <a:ea typeface="Open Sans"/>
                <a:cs typeface="Open Sans"/>
              </a:defRPr>
            </a:lvl1pPr>
          </a:lstStyle>
          <a:p>
            <a:pPr>
              <a:defRPr/>
            </a:pPr>
            <a:r>
              <a:rPr lang="en-US" sz="1000"/>
              <a:t>Short Scripts Review</a:t>
            </a:r>
            <a:endParaRPr lang="en-US" sz="1000" b="1" i="0" u="none" strike="noStrike" kern="1200" cap="none" spc="0" normalizeH="0" baseline="0" noProof="0">
              <a:ln>
                <a:noFill/>
              </a:ln>
              <a:effectLst/>
              <a:uLnTx/>
              <a:uFillTx/>
              <a:latin typeface="Open Sans"/>
              <a:ea typeface="Open Sans"/>
              <a:cs typeface="Open Sans"/>
            </a:endParaRPr>
          </a:p>
        </p:txBody>
      </p:sp>
      <p:sp>
        <p:nvSpPr>
          <p:cNvPr id="29" name="TextBox 28">
            <a:extLst>
              <a:ext uri="{FF2B5EF4-FFF2-40B4-BE49-F238E27FC236}">
                <a16:creationId xmlns:a16="http://schemas.microsoft.com/office/drawing/2014/main" id="{AA6E1795-5003-9E60-389D-B871DB381C76}"/>
              </a:ext>
            </a:extLst>
          </p:cNvPr>
          <p:cNvSpPr txBox="1"/>
          <p:nvPr/>
        </p:nvSpPr>
        <p:spPr>
          <a:xfrm>
            <a:off x="3055018" y="4991127"/>
            <a:ext cx="2928430" cy="276999"/>
          </a:xfrm>
          <a:prstGeom prst="rect">
            <a:avLst/>
          </a:prstGeom>
          <a:noFill/>
        </p:spPr>
        <p:txBody>
          <a:bodyPr wrap="square" lIns="91440" tIns="45720" rIns="91440" bIns="45720" anchor="t">
            <a:spAutoFit/>
          </a:bodyPr>
          <a:lstStyle/>
          <a:p>
            <a:pPr marL="171450" indent="-171450" algn="just">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p>
        </p:txBody>
      </p:sp>
      <p:sp>
        <p:nvSpPr>
          <p:cNvPr id="30" name="TextBox 29">
            <a:extLst>
              <a:ext uri="{FF2B5EF4-FFF2-40B4-BE49-F238E27FC236}">
                <a16:creationId xmlns:a16="http://schemas.microsoft.com/office/drawing/2014/main" id="{08242E11-C2E9-454D-EDD7-9804F8EF2327}"/>
              </a:ext>
            </a:extLst>
          </p:cNvPr>
          <p:cNvSpPr txBox="1"/>
          <p:nvPr/>
        </p:nvSpPr>
        <p:spPr>
          <a:xfrm>
            <a:off x="585995" y="5875720"/>
            <a:ext cx="2397452" cy="247760"/>
          </a:xfrm>
          <a:prstGeom prst="rect">
            <a:avLst/>
          </a:prstGeom>
          <a:solidFill>
            <a:srgbClr val="7030A0"/>
          </a:solidFill>
        </p:spPr>
        <p:txBody>
          <a:bodyPr wrap="square" lIns="91440" tIns="45720" rIns="91440" bIns="45720" anchor="t">
            <a:spAutoFit/>
          </a:bodyPr>
          <a:lstStyle>
            <a:defPPr>
              <a:defRPr lang="en-US"/>
            </a:defPPr>
            <a:lvl1pPr algn="just">
              <a:lnSpc>
                <a:spcPct val="106000"/>
              </a:lnSpc>
              <a:defRPr sz="1200" b="1">
                <a:solidFill>
                  <a:prstClr val="white"/>
                </a:solidFill>
                <a:latin typeface="Open Sans"/>
                <a:ea typeface="Open Sans"/>
                <a:cs typeface="Open Sans"/>
              </a:defRPr>
            </a:lvl1pPr>
          </a:lstStyle>
          <a:p>
            <a:pPr>
              <a:defRPr/>
            </a:pPr>
            <a:r>
              <a:rPr lang="en-US" sz="1000"/>
              <a:t>Automation Collaboration</a:t>
            </a:r>
            <a:endParaRPr kumimoji="0" lang="en-US" sz="1000" b="1" i="0" u="none" strike="noStrike" kern="1200" cap="none" spc="0" normalizeH="0" baseline="0" noProof="0">
              <a:ln>
                <a:noFill/>
              </a:ln>
              <a:solidFill>
                <a:prstClr val="white"/>
              </a:solidFill>
              <a:effectLst/>
              <a:uLnTx/>
              <a:uFillTx/>
              <a:latin typeface="Open Sans"/>
              <a:ea typeface="Open Sans"/>
              <a:cs typeface="Open Sans"/>
            </a:endParaRPr>
          </a:p>
        </p:txBody>
      </p:sp>
      <p:sp>
        <p:nvSpPr>
          <p:cNvPr id="31" name="TextBox 30">
            <a:extLst>
              <a:ext uri="{FF2B5EF4-FFF2-40B4-BE49-F238E27FC236}">
                <a16:creationId xmlns:a16="http://schemas.microsoft.com/office/drawing/2014/main" id="{A6253532-C4EF-7D39-BBE9-A7E7B38B98E6}"/>
              </a:ext>
            </a:extLst>
          </p:cNvPr>
          <p:cNvSpPr txBox="1"/>
          <p:nvPr/>
        </p:nvSpPr>
        <p:spPr>
          <a:xfrm>
            <a:off x="3075318" y="5880675"/>
            <a:ext cx="2993456" cy="276999"/>
          </a:xfrm>
          <a:prstGeom prst="rect">
            <a:avLst/>
          </a:prstGeom>
          <a:noFill/>
        </p:spPr>
        <p:txBody>
          <a:bodyPr wrap="square" lIns="91440" tIns="45720" rIns="91440" bIns="45720" anchor="t">
            <a:spAutoFit/>
          </a:bodyPr>
          <a:lstStyle/>
          <a:p>
            <a:pPr marL="171450" indent="-171450" algn="just">
              <a:spcBef>
                <a:spcPts val="600"/>
              </a:spcBef>
              <a:buSzPct val="100000"/>
              <a:buFont typeface="Wingdings" panose="05000000000000000000" pitchFamily="2" charset="2"/>
              <a:buChar char="Ø"/>
              <a:defRPr/>
            </a:pPr>
            <a:r>
              <a:rPr lang="en-US" sz="1200" dirty="0">
                <a:solidFill>
                  <a:prstClr val="black"/>
                </a:solidFill>
                <a:latin typeface="Calibri"/>
                <a:ea typeface="Calibri"/>
                <a:cs typeface="Calibri"/>
              </a:rPr>
              <a:t> </a:t>
            </a:r>
            <a:endParaRPr kumimoji="0" lang="en-US" sz="1100" b="0" i="0" u="none" strike="noStrike" kern="1200" cap="none" spc="0" normalizeH="0" baseline="0" noProof="0" dirty="0">
              <a:ln>
                <a:noFill/>
              </a:ln>
              <a:solidFill>
                <a:prstClr val="black"/>
              </a:solidFill>
              <a:effectLst/>
              <a:uLnTx/>
              <a:uFillTx/>
              <a:latin typeface="Calibri"/>
              <a:ea typeface="Calibri"/>
              <a:cs typeface="Calibri"/>
            </a:endParaRPr>
          </a:p>
        </p:txBody>
      </p:sp>
      <p:sp>
        <p:nvSpPr>
          <p:cNvPr id="15" name="TextBox 14">
            <a:extLst>
              <a:ext uri="{FF2B5EF4-FFF2-40B4-BE49-F238E27FC236}">
                <a16:creationId xmlns:a16="http://schemas.microsoft.com/office/drawing/2014/main" id="{44A047B3-33A6-2C21-BCE2-95136E017647}"/>
              </a:ext>
            </a:extLst>
          </p:cNvPr>
          <p:cNvSpPr txBox="1"/>
          <p:nvPr/>
        </p:nvSpPr>
        <p:spPr>
          <a:xfrm>
            <a:off x="6213437" y="2170547"/>
            <a:ext cx="2467352" cy="263342"/>
          </a:xfrm>
          <a:prstGeom prst="rect">
            <a:avLst/>
          </a:prstGeom>
          <a:solidFill>
            <a:srgbClr val="7030A0"/>
          </a:solidFill>
        </p:spPr>
        <p:txBody>
          <a:bodyPr wrap="square" lIns="91440" tIns="45720" rIns="91440" bIns="45720" anchor="t">
            <a:spAutoFit/>
          </a:bodyPr>
          <a:lstStyle>
            <a:defPPr>
              <a:defRPr lang="en-US"/>
            </a:defPPr>
            <a:lvl1pPr algn="just">
              <a:lnSpc>
                <a:spcPct val="106000"/>
              </a:lnSpc>
              <a:defRPr sz="1200" b="1">
                <a:solidFill>
                  <a:prstClr val="white"/>
                </a:solidFill>
                <a:latin typeface="Open Sans"/>
                <a:ea typeface="Open Sans"/>
                <a:cs typeface="Open Sans"/>
              </a:defRPr>
            </a:lvl1pPr>
          </a:lstStyle>
          <a:p>
            <a:r>
              <a:rPr lang="en-US" sz="1100"/>
              <a:t>Triple Upgrade  Testing</a:t>
            </a:r>
          </a:p>
        </p:txBody>
      </p:sp>
      <p:sp>
        <p:nvSpPr>
          <p:cNvPr id="16" name="TextBox 15">
            <a:extLst>
              <a:ext uri="{FF2B5EF4-FFF2-40B4-BE49-F238E27FC236}">
                <a16:creationId xmlns:a16="http://schemas.microsoft.com/office/drawing/2014/main" id="{E75E099C-1284-1F81-34B8-EAF86F00A840}"/>
              </a:ext>
            </a:extLst>
          </p:cNvPr>
          <p:cNvSpPr txBox="1"/>
          <p:nvPr/>
        </p:nvSpPr>
        <p:spPr>
          <a:xfrm>
            <a:off x="8738874" y="2220727"/>
            <a:ext cx="2743200" cy="184666"/>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gn="just">
              <a:spcBef>
                <a:spcPts val="200"/>
              </a:spcBef>
              <a:buSzPct val="100000"/>
              <a:buFont typeface="Wingdings,Sans-Serif"/>
              <a:buChar char="Ø"/>
            </a:pPr>
            <a:r>
              <a:rPr lang="en-US" sz="1200" dirty="0">
                <a:latin typeface="Calibri"/>
                <a:ea typeface="Calibri"/>
                <a:cs typeface="Arial"/>
              </a:rPr>
              <a:t> </a:t>
            </a:r>
            <a:endParaRPr lang="en-US" dirty="0">
              <a:latin typeface="Open Sans"/>
              <a:ea typeface="Open Sans"/>
              <a:cs typeface="Open Sans"/>
            </a:endParaRPr>
          </a:p>
        </p:txBody>
      </p:sp>
      <p:pic>
        <p:nvPicPr>
          <p:cNvPr id="17" name="Picture 16" descr="A graph with different colored bars&#10;&#10;AI-generated content may be incorrect.">
            <a:extLst>
              <a:ext uri="{FF2B5EF4-FFF2-40B4-BE49-F238E27FC236}">
                <a16:creationId xmlns:a16="http://schemas.microsoft.com/office/drawing/2014/main" id="{EC092D6C-F36E-D66F-6BE9-B2A629B62FC5}"/>
              </a:ext>
            </a:extLst>
          </p:cNvPr>
          <p:cNvPicPr>
            <a:picLocks noChangeAspect="1"/>
          </p:cNvPicPr>
          <p:nvPr/>
        </p:nvPicPr>
        <p:blipFill>
          <a:blip r:embed="rId3"/>
          <a:stretch>
            <a:fillRect/>
          </a:stretch>
        </p:blipFill>
        <p:spPr>
          <a:xfrm>
            <a:off x="6383215" y="3609242"/>
            <a:ext cx="5040924" cy="2511671"/>
          </a:xfrm>
          <a:prstGeom prst="rect">
            <a:avLst/>
          </a:prstGeom>
        </p:spPr>
      </p:pic>
    </p:spTree>
    <p:extLst>
      <p:ext uri="{BB962C8B-B14F-4D97-AF65-F5344CB8AC3E}">
        <p14:creationId xmlns:p14="http://schemas.microsoft.com/office/powerpoint/2010/main" val="32431585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CF3A3-8950-C4F6-28F1-CCCD8B5122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93BDBCA-E2DA-8471-4A3E-646188E931DC}"/>
              </a:ext>
            </a:extLst>
          </p:cNvPr>
          <p:cNvSpPr>
            <a:spLocks noGrp="1"/>
          </p:cNvSpPr>
          <p:nvPr>
            <p:ph type="title"/>
          </p:nvPr>
        </p:nvSpPr>
        <p:spPr>
          <a:xfrm>
            <a:off x="487784" y="133622"/>
            <a:ext cx="11390734" cy="365760"/>
          </a:xfrm>
        </p:spPr>
        <p:txBody>
          <a:bodyPr/>
          <a:lstStyle/>
          <a:p>
            <a:r>
              <a:rPr lang="en-US">
                <a:latin typeface="Open Sans Semibold"/>
                <a:ea typeface="Open Sans Semibold"/>
                <a:cs typeface="Open Sans Semibold"/>
              </a:rPr>
              <a:t>EC-DC</a:t>
            </a:r>
            <a:endParaRPr lang="en-US"/>
          </a:p>
        </p:txBody>
      </p:sp>
      <p:sp>
        <p:nvSpPr>
          <p:cNvPr id="40" name="TextBox 39">
            <a:extLst>
              <a:ext uri="{FF2B5EF4-FFF2-40B4-BE49-F238E27FC236}">
                <a16:creationId xmlns:a16="http://schemas.microsoft.com/office/drawing/2014/main" id="{C4A59C00-9F04-EE1E-9E28-3945A93A83D6}"/>
              </a:ext>
            </a:extLst>
          </p:cNvPr>
          <p:cNvSpPr txBox="1"/>
          <p:nvPr/>
        </p:nvSpPr>
        <p:spPr>
          <a:xfrm>
            <a:off x="753807" y="2279887"/>
            <a:ext cx="1714998" cy="247760"/>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prstClr val="white"/>
                </a:solidFill>
                <a:effectLst/>
                <a:uLnTx/>
                <a:uFillTx/>
                <a:latin typeface="Open Sans"/>
                <a:ea typeface="+mn-ea"/>
                <a:cs typeface="+mn-cs"/>
              </a:rPr>
              <a:t>Solution &amp; Delivery</a:t>
            </a:r>
          </a:p>
        </p:txBody>
      </p:sp>
      <p:sp>
        <p:nvSpPr>
          <p:cNvPr id="43" name="TextBox 42">
            <a:extLst>
              <a:ext uri="{FF2B5EF4-FFF2-40B4-BE49-F238E27FC236}">
                <a16:creationId xmlns:a16="http://schemas.microsoft.com/office/drawing/2014/main" id="{A429CFB8-4FA9-5C0F-BC7C-42681E341953}"/>
              </a:ext>
            </a:extLst>
          </p:cNvPr>
          <p:cNvSpPr txBox="1"/>
          <p:nvPr/>
        </p:nvSpPr>
        <p:spPr>
          <a:xfrm>
            <a:off x="753807" y="2624519"/>
            <a:ext cx="1714998" cy="247760"/>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prstClr val="white"/>
                </a:solidFill>
                <a:effectLst/>
                <a:uLnTx/>
                <a:uFillTx/>
                <a:latin typeface="Open Sans"/>
                <a:ea typeface="+mn-ea"/>
                <a:cs typeface="+mn-cs"/>
              </a:rPr>
              <a:t>Implementations</a:t>
            </a:r>
          </a:p>
        </p:txBody>
      </p:sp>
      <p:sp>
        <p:nvSpPr>
          <p:cNvPr id="47" name="TextBox 46">
            <a:extLst>
              <a:ext uri="{FF2B5EF4-FFF2-40B4-BE49-F238E27FC236}">
                <a16:creationId xmlns:a16="http://schemas.microsoft.com/office/drawing/2014/main" id="{51DD96B2-641B-B453-C84B-5C1A0CD721BF}"/>
              </a:ext>
            </a:extLst>
          </p:cNvPr>
          <p:cNvSpPr txBox="1"/>
          <p:nvPr/>
        </p:nvSpPr>
        <p:spPr>
          <a:xfrm>
            <a:off x="753807" y="2957091"/>
            <a:ext cx="1714998" cy="247760"/>
          </a:xfrm>
          <a:prstGeom prst="rect">
            <a:avLst/>
          </a:prstGeom>
          <a:noFill/>
        </p:spPr>
        <p:txBody>
          <a:bodyPr wrap="square">
            <a:spAutoFit/>
          </a:bodyP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prstClr val="white"/>
                </a:solidFill>
                <a:effectLst/>
                <a:uLnTx/>
                <a:uFillTx/>
                <a:latin typeface="Open Sans"/>
                <a:ea typeface="+mn-ea"/>
                <a:cs typeface="+mn-cs"/>
              </a:rPr>
              <a:t>Scope of work</a:t>
            </a:r>
          </a:p>
        </p:txBody>
      </p:sp>
      <p:sp>
        <p:nvSpPr>
          <p:cNvPr id="90" name="Rectangle 89">
            <a:extLst>
              <a:ext uri="{FF2B5EF4-FFF2-40B4-BE49-F238E27FC236}">
                <a16:creationId xmlns:a16="http://schemas.microsoft.com/office/drawing/2014/main" id="{AD7D9C7C-F65E-1EAD-CBE3-A0D73174D4FF}"/>
              </a:ext>
            </a:extLst>
          </p:cNvPr>
          <p:cNvSpPr/>
          <p:nvPr/>
        </p:nvSpPr>
        <p:spPr bwMode="gray">
          <a:xfrm>
            <a:off x="7217996" y="629502"/>
            <a:ext cx="4482870" cy="4304684"/>
          </a:xfrm>
          <a:prstGeom prst="rect">
            <a:avLst/>
          </a:prstGeom>
          <a:noFill/>
          <a:ln w="19050" algn="ctr">
            <a:solidFill>
              <a:srgbClr val="7030A0"/>
            </a:solidFill>
            <a:miter lim="800000"/>
            <a:headEnd/>
            <a:tailEnd/>
          </a:ln>
        </p:spPr>
        <p:txBody>
          <a:bodyPr wrap="square" lIns="88900" tIns="88900" rIns="88900" bIns="88900" rtlCol="0" anchor="t"/>
          <a:lstStyle/>
          <a:p>
            <a:pPr marL="0" marR="0" lvl="0" indent="0" algn="l"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srgbClr val="62B5E5"/>
              </a:solidFill>
              <a:effectLst/>
              <a:uLnTx/>
              <a:uFillTx/>
              <a:latin typeface="Open Sans"/>
              <a:ea typeface="+mn-ea"/>
              <a:cs typeface="+mn-cs"/>
            </a:endParaRPr>
          </a:p>
        </p:txBody>
      </p:sp>
      <p:sp>
        <p:nvSpPr>
          <p:cNvPr id="2" name="Rectangle 1">
            <a:extLst>
              <a:ext uri="{FF2B5EF4-FFF2-40B4-BE49-F238E27FC236}">
                <a16:creationId xmlns:a16="http://schemas.microsoft.com/office/drawing/2014/main" id="{E7D10708-F277-262C-79AB-AA47EB2E1246}"/>
              </a:ext>
            </a:extLst>
          </p:cNvPr>
          <p:cNvSpPr/>
          <p:nvPr/>
        </p:nvSpPr>
        <p:spPr bwMode="gray">
          <a:xfrm>
            <a:off x="551829" y="629734"/>
            <a:ext cx="6465184" cy="5900448"/>
          </a:xfrm>
          <a:prstGeom prst="rect">
            <a:avLst/>
          </a:prstGeom>
          <a:noFill/>
          <a:ln w="19050" algn="ctr">
            <a:solidFill>
              <a:srgbClr val="7030A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58" name="Rectangle 57">
            <a:extLst>
              <a:ext uri="{FF2B5EF4-FFF2-40B4-BE49-F238E27FC236}">
                <a16:creationId xmlns:a16="http://schemas.microsoft.com/office/drawing/2014/main" id="{1502EE05-4006-05B5-716B-0AF7ABE5A913}"/>
              </a:ext>
            </a:extLst>
          </p:cNvPr>
          <p:cNvSpPr/>
          <p:nvPr/>
        </p:nvSpPr>
        <p:spPr bwMode="gray">
          <a:xfrm>
            <a:off x="7233288" y="5114332"/>
            <a:ext cx="4489199" cy="1375840"/>
          </a:xfrm>
          <a:prstGeom prst="rect">
            <a:avLst/>
          </a:prstGeom>
          <a:noFill/>
          <a:ln w="19050" algn="ctr">
            <a:solidFill>
              <a:srgbClr val="7030A0"/>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sp>
        <p:nvSpPr>
          <p:cNvPr id="4" name="TextBox 3">
            <a:extLst>
              <a:ext uri="{FF2B5EF4-FFF2-40B4-BE49-F238E27FC236}">
                <a16:creationId xmlns:a16="http://schemas.microsoft.com/office/drawing/2014/main" id="{BB8D6DAF-C989-D989-0E92-EDCAD5BFC18E}"/>
              </a:ext>
            </a:extLst>
          </p:cNvPr>
          <p:cNvSpPr txBox="1"/>
          <p:nvPr/>
        </p:nvSpPr>
        <p:spPr>
          <a:xfrm>
            <a:off x="754632" y="527284"/>
            <a:ext cx="2660682" cy="215444"/>
          </a:xfrm>
          <a:prstGeom prst="rect">
            <a:avLst/>
          </a:prstGeom>
          <a:solidFill>
            <a:schemeClr val="bg1"/>
          </a:solidFill>
        </p:spPr>
        <p:txBody>
          <a:bodyPr vert="horz" wrap="square" lIns="9144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400" b="0" i="0" u="none" strike="noStrike" kern="1200" cap="none" spc="200" normalizeH="0" baseline="0" noProof="0">
                <a:ln>
                  <a:noFill/>
                </a:ln>
                <a:solidFill>
                  <a:srgbClr val="7030A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Key Achievements</a:t>
            </a:r>
          </a:p>
        </p:txBody>
      </p:sp>
      <p:sp>
        <p:nvSpPr>
          <p:cNvPr id="59" name="TextBox 58">
            <a:extLst>
              <a:ext uri="{FF2B5EF4-FFF2-40B4-BE49-F238E27FC236}">
                <a16:creationId xmlns:a16="http://schemas.microsoft.com/office/drawing/2014/main" id="{FB24309E-3F2A-CC87-AFE1-54DEA6BFEC7A}"/>
              </a:ext>
            </a:extLst>
          </p:cNvPr>
          <p:cNvSpPr txBox="1"/>
          <p:nvPr/>
        </p:nvSpPr>
        <p:spPr>
          <a:xfrm rot="10800000" flipV="1">
            <a:off x="7399399" y="5034466"/>
            <a:ext cx="3073319" cy="215444"/>
          </a:xfrm>
          <a:prstGeom prst="rect">
            <a:avLst/>
          </a:prstGeom>
          <a:solidFill>
            <a:schemeClr val="bg1"/>
          </a:solidFill>
        </p:spPr>
        <p:txBody>
          <a:bodyPr vert="horz" wrap="square" lIns="91440" tIns="0" rIns="0" bIns="0" rtlCol="0" anchor="t">
            <a:spAutoFit/>
          </a:bodyPr>
          <a:lstStyle/>
          <a:p>
            <a:pPr>
              <a:spcBef>
                <a:spcPts val="200"/>
              </a:spcBef>
              <a:defRPr/>
            </a:pPr>
            <a:r>
              <a:rPr kumimoji="0" lang="en-US" sz="1400" b="0" i="0" u="none" strike="noStrike" kern="1200" cap="none" spc="200" normalizeH="0" baseline="0" noProof="0" dirty="0">
                <a:ln>
                  <a:noFill/>
                </a:ln>
                <a:solidFill>
                  <a:srgbClr val="7030A0"/>
                </a:solidFill>
                <a:effectLst/>
                <a:uLnTx/>
                <a:uFillTx/>
                <a:latin typeface="Open Sans Extrabold"/>
                <a:ea typeface="Open Sans Extrabold"/>
                <a:cs typeface="Open Sans Extrabold"/>
              </a:rPr>
              <a:t>Goals </a:t>
            </a:r>
            <a:r>
              <a:rPr lang="en-US" sz="1400" spc="200" dirty="0">
                <a:solidFill>
                  <a:srgbClr val="7030A0"/>
                </a:solidFill>
                <a:latin typeface="Open Sans Extrabold"/>
                <a:ea typeface="Open Sans Extrabold"/>
                <a:cs typeface="Open Sans Extrabold"/>
              </a:rPr>
              <a:t>for </a:t>
            </a:r>
            <a:r>
              <a:rPr lang="en-US" sz="1400" spc="200" dirty="0" err="1">
                <a:solidFill>
                  <a:srgbClr val="7030A0"/>
                </a:solidFill>
                <a:latin typeface="Open Sans Extrabold"/>
                <a:ea typeface="Open Sans Extrabold"/>
                <a:cs typeface="Open Sans Extrabold"/>
              </a:rPr>
              <a:t>nextMY</a:t>
            </a:r>
            <a:endParaRPr lang="en-US" sz="1400" dirty="0">
              <a:latin typeface="Open Sans Extrabold"/>
              <a:ea typeface="Open Sans Extrabold"/>
              <a:cs typeface="Open Sans Extrabold"/>
            </a:endParaRPr>
          </a:p>
        </p:txBody>
      </p:sp>
      <p:sp>
        <p:nvSpPr>
          <p:cNvPr id="68" name="TextBox 67">
            <a:extLst>
              <a:ext uri="{FF2B5EF4-FFF2-40B4-BE49-F238E27FC236}">
                <a16:creationId xmlns:a16="http://schemas.microsoft.com/office/drawing/2014/main" id="{9F02A6DD-3E71-9A22-7F9A-9C59AD4852BF}"/>
              </a:ext>
            </a:extLst>
          </p:cNvPr>
          <p:cNvSpPr txBox="1"/>
          <p:nvPr/>
        </p:nvSpPr>
        <p:spPr>
          <a:xfrm>
            <a:off x="7364230" y="521411"/>
            <a:ext cx="2701907" cy="215444"/>
          </a:xfrm>
          <a:prstGeom prst="rect">
            <a:avLst/>
          </a:prstGeom>
          <a:solidFill>
            <a:schemeClr val="bg1"/>
          </a:solidFill>
        </p:spPr>
        <p:txBody>
          <a:bodyPr vert="horz" wrap="square" lIns="91440" tIns="0" rIns="0" bIns="0" rtlCol="0">
            <a:spAutoFit/>
          </a:bodyPr>
          <a:lstStyle/>
          <a:p>
            <a:pPr marL="0" marR="0" lvl="0" indent="0" algn="l" defTabSz="914400" rtl="0" eaLnBrk="1" fontAlgn="auto" latinLnBrk="0" hangingPunct="1">
              <a:lnSpc>
                <a:spcPct val="100000"/>
              </a:lnSpc>
              <a:spcBef>
                <a:spcPts val="200"/>
              </a:spcBef>
              <a:spcAft>
                <a:spcPts val="0"/>
              </a:spcAft>
              <a:buClrTx/>
              <a:buSzPct val="100000"/>
              <a:buFontTx/>
              <a:buNone/>
              <a:tabLst/>
              <a:defRPr/>
            </a:pPr>
            <a:r>
              <a:rPr kumimoji="0" lang="en-US" sz="1400" b="0" i="0" u="none" strike="noStrike" kern="1200" cap="none" spc="200" normalizeH="0" baseline="0" noProof="0">
                <a:ln>
                  <a:noFill/>
                </a:ln>
                <a:solidFill>
                  <a:srgbClr val="7030A0"/>
                </a:solidFill>
                <a:effectLst/>
                <a:uLnTx/>
                <a:uFillTx/>
                <a:latin typeface="Open Sans Extrabold" panose="020B0906030804020204" pitchFamily="34" charset="0"/>
                <a:ea typeface="Open Sans Extrabold" panose="020B0906030804020204" pitchFamily="34" charset="0"/>
                <a:cs typeface="Open Sans Extrabold" panose="020B0906030804020204" pitchFamily="34" charset="0"/>
              </a:rPr>
              <a:t>Module in numbers</a:t>
            </a:r>
          </a:p>
        </p:txBody>
      </p:sp>
      <p:grpSp>
        <p:nvGrpSpPr>
          <p:cNvPr id="15" name="Group 14">
            <a:extLst>
              <a:ext uri="{FF2B5EF4-FFF2-40B4-BE49-F238E27FC236}">
                <a16:creationId xmlns:a16="http://schemas.microsoft.com/office/drawing/2014/main" id="{E739A34E-1C05-A5B2-B32A-61F8735E63A7}"/>
              </a:ext>
            </a:extLst>
          </p:cNvPr>
          <p:cNvGrpSpPr/>
          <p:nvPr/>
        </p:nvGrpSpPr>
        <p:grpSpPr>
          <a:xfrm>
            <a:off x="759484" y="822517"/>
            <a:ext cx="2190948" cy="396426"/>
            <a:chOff x="6295839" y="1568078"/>
            <a:chExt cx="1680148" cy="299288"/>
          </a:xfrm>
        </p:grpSpPr>
        <p:sp>
          <p:nvSpPr>
            <p:cNvPr id="16" name="Rectangle: Top Corners Rounded 15">
              <a:extLst>
                <a:ext uri="{FF2B5EF4-FFF2-40B4-BE49-F238E27FC236}">
                  <a16:creationId xmlns:a16="http://schemas.microsoft.com/office/drawing/2014/main" id="{A69E27C2-0587-5385-9A59-45421C756E37}"/>
                </a:ext>
              </a:extLst>
            </p:cNvPr>
            <p:cNvSpPr/>
            <p:nvPr/>
          </p:nvSpPr>
          <p:spPr bwMode="gray">
            <a:xfrm rot="10800000">
              <a:off x="6295839" y="1568078"/>
              <a:ext cx="1680148" cy="299288"/>
            </a:xfrm>
            <a:prstGeom prst="round2SameRect">
              <a:avLst/>
            </a:prstGeom>
            <a:solidFill>
              <a:srgbClr val="7030A0"/>
            </a:solidFill>
          </p:spPr>
          <p:txBody>
            <a:bodyPr wrap="square" lIns="91440" tIns="45720" rIns="91440" bIns="45720" anchor="t">
              <a:spAutoFit/>
            </a:bodyPr>
            <a:lstStyle/>
            <a:p>
              <a:pPr algn="ctr">
                <a:lnSpc>
                  <a:spcPct val="106000"/>
                </a:lnSpc>
              </a:pPr>
              <a:endParaRPr lang="en-US" sz="1200" b="1">
                <a:solidFill>
                  <a:schemeClr val="bg1"/>
                </a:solidFill>
                <a:latin typeface="Calibri"/>
                <a:ea typeface="Calibri"/>
                <a:cs typeface="Calibri"/>
              </a:endParaRPr>
            </a:p>
          </p:txBody>
        </p:sp>
        <p:sp>
          <p:nvSpPr>
            <p:cNvPr id="17" name="TextBox 16">
              <a:extLst>
                <a:ext uri="{FF2B5EF4-FFF2-40B4-BE49-F238E27FC236}">
                  <a16:creationId xmlns:a16="http://schemas.microsoft.com/office/drawing/2014/main" id="{5C309912-F5BB-5EAA-13BB-B7CCB81D6CB2}"/>
                </a:ext>
              </a:extLst>
            </p:cNvPr>
            <p:cNvSpPr txBox="1"/>
            <p:nvPr/>
          </p:nvSpPr>
          <p:spPr>
            <a:xfrm>
              <a:off x="6306933" y="1583890"/>
              <a:ext cx="1584526" cy="234830"/>
            </a:xfrm>
            <a:prstGeom prst="rect">
              <a:avLst/>
            </a:prstGeom>
            <a:solidFill>
              <a:srgbClr val="7030A0"/>
            </a:solidFill>
          </p:spPr>
          <p:txBody>
            <a:bodyPr wrap="square" lIns="91440" tIns="45720" rIns="91440" bIns="45720" anchor="t">
              <a:spAutoFit/>
            </a:bodyPr>
            <a:lstStyle>
              <a:defPPr>
                <a:defRPr lang="en-US"/>
              </a:defPPr>
              <a:lvl1pPr marR="0" lvl="0" indent="0" algn="ctr" fontAlgn="auto">
                <a:lnSpc>
                  <a:spcPct val="106000"/>
                </a:lnSpc>
                <a:spcBef>
                  <a:spcPts val="0"/>
                </a:spcBef>
                <a:spcAft>
                  <a:spcPts val="0"/>
                </a:spcAft>
                <a:buClrTx/>
                <a:buSzTx/>
                <a:buFont typeface="Wingdings 2" pitchFamily="18" charset="2"/>
                <a:buNone/>
                <a:tabLst/>
                <a:defRPr sz="1200" b="1">
                  <a:solidFill>
                    <a:schemeClr val="bg1"/>
                  </a:solidFill>
                  <a:latin typeface="Calibri"/>
                  <a:ea typeface="Calibri"/>
                  <a:cs typeface="Calibri"/>
                </a:defRPr>
              </a:lvl1pPr>
            </a:lstStyle>
            <a:p>
              <a:r>
                <a:rPr lang="en-US" sz="1400"/>
                <a:t>Solution &amp; Delivery</a:t>
              </a:r>
            </a:p>
          </p:txBody>
        </p:sp>
      </p:grpSp>
      <p:sp>
        <p:nvSpPr>
          <p:cNvPr id="12" name="Rectangle 4">
            <a:extLst>
              <a:ext uri="{FF2B5EF4-FFF2-40B4-BE49-F238E27FC236}">
                <a16:creationId xmlns:a16="http://schemas.microsoft.com/office/drawing/2014/main" id="{0F86A1EE-B2FE-2974-59CD-EF68C5BBDA28}"/>
              </a:ext>
            </a:extLst>
          </p:cNvPr>
          <p:cNvSpPr>
            <a:spLocks noChangeArrowheads="1"/>
          </p:cNvSpPr>
          <p:nvPr/>
        </p:nvSpPr>
        <p:spPr bwMode="auto">
          <a:xfrm flipH="1">
            <a:off x="7212587" y="5389737"/>
            <a:ext cx="45306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indent="-171450" fontAlgn="base">
              <a:buFont typeface="Wingdings" panose="05000000000000000000" pitchFamily="2" charset="2"/>
              <a:buChar char="Ø"/>
            </a:pPr>
            <a:r>
              <a:rPr lang="en-US" altLang="en-US" sz="1100" b="1" dirty="0">
                <a:solidFill>
                  <a:srgbClr val="7030A0"/>
                </a:solidFill>
                <a:ea typeface="Open Sans"/>
                <a:cs typeface="Open Sans"/>
              </a:rPr>
              <a:t>CIRT Documents Review:</a:t>
            </a:r>
            <a:r>
              <a:rPr lang="en-US" sz="1100" dirty="0"/>
              <a:t>​ </a:t>
            </a:r>
          </a:p>
          <a:p>
            <a:pPr marL="171450" indent="-171450" fontAlgn="base">
              <a:buFont typeface="Wingdings" panose="05000000000000000000" pitchFamily="2" charset="2"/>
              <a:buChar char="Ø"/>
            </a:pPr>
            <a:endParaRPr lang="en-US" sz="1100" dirty="0"/>
          </a:p>
          <a:p>
            <a:pPr marL="171450" indent="-171450" fontAlgn="base">
              <a:buFont typeface="Wingdings" panose="05000000000000000000" pitchFamily="2" charset="2"/>
              <a:buChar char="Ø"/>
            </a:pPr>
            <a:endParaRPr lang="en-US" sz="1100" b="1" dirty="0">
              <a:solidFill>
                <a:srgbClr val="7030A0"/>
              </a:solidFill>
            </a:endParaRPr>
          </a:p>
          <a:p>
            <a:pPr marL="171450" indent="-171450" fontAlgn="base">
              <a:buFont typeface="Wingdings" panose="05000000000000000000" pitchFamily="2" charset="2"/>
              <a:buChar char="Ø"/>
            </a:pPr>
            <a:r>
              <a:rPr lang="en-US" sz="1100" b="1" dirty="0">
                <a:solidFill>
                  <a:srgbClr val="7030A0"/>
                </a:solidFill>
              </a:rPr>
              <a:t>Duplicate Provider Cleanup</a:t>
            </a:r>
            <a:r>
              <a:rPr lang="en-US" sz="1100" dirty="0"/>
              <a:t>: </a:t>
            </a:r>
            <a:endParaRPr lang="en-US" altLang="en-US" sz="1600" dirty="0">
              <a:latin typeface="Arial" panose="020B0604020202020204" pitchFamily="34" charset="0"/>
            </a:endParaRPr>
          </a:p>
        </p:txBody>
      </p:sp>
      <p:sp>
        <p:nvSpPr>
          <p:cNvPr id="18" name="Rectangle 5">
            <a:extLst>
              <a:ext uri="{FF2B5EF4-FFF2-40B4-BE49-F238E27FC236}">
                <a16:creationId xmlns:a16="http://schemas.microsoft.com/office/drawing/2014/main" id="{C94DE71F-6DC7-72BC-19AC-34EB28D6D775}"/>
              </a:ext>
            </a:extLst>
          </p:cNvPr>
          <p:cNvSpPr>
            <a:spLocks noChangeArrowheads="1"/>
          </p:cNvSpPr>
          <p:nvPr/>
        </p:nvSpPr>
        <p:spPr bwMode="auto">
          <a:xfrm>
            <a:off x="753807" y="1673845"/>
            <a:ext cx="5981544"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900" b="1" i="0" u="none" strike="noStrike" cap="none" normalizeH="0" baseline="0" dirty="0">
              <a:ln>
                <a:noFill/>
              </a:ln>
              <a:solidFill>
                <a:srgbClr val="7030A0"/>
              </a:solidFill>
              <a:effectLst/>
            </a:endParaRPr>
          </a:p>
          <a:p>
            <a:pPr marL="171450" lvl="0" indent="-171450" eaLnBrk="0" fontAlgn="base" hangingPunct="0">
              <a:spcBef>
                <a:spcPct val="0"/>
              </a:spcBef>
              <a:spcAft>
                <a:spcPct val="0"/>
              </a:spcAft>
              <a:buFont typeface="Wingdings" panose="05000000000000000000" pitchFamily="2" charset="2"/>
              <a:buChar char="Ø"/>
            </a:pPr>
            <a:r>
              <a:rPr lang="en-US" altLang="en-US" sz="1100" b="1" dirty="0">
                <a:solidFill>
                  <a:srgbClr val="7030A0"/>
                </a:solidFill>
              </a:rPr>
              <a:t>Provider on the Fly (POTF) Cleanup: </a:t>
            </a:r>
          </a:p>
          <a:p>
            <a:pPr marL="171450" lvl="0" indent="-171450" eaLnBrk="0" fontAlgn="base" hangingPunct="0">
              <a:spcBef>
                <a:spcPct val="0"/>
              </a:spcBef>
              <a:spcAft>
                <a:spcPct val="0"/>
              </a:spcAft>
              <a:buFont typeface="Wingdings" panose="05000000000000000000" pitchFamily="2" charset="2"/>
              <a:buChar char="Ø"/>
            </a:pPr>
            <a:endParaRPr lang="en-US" altLang="en-US" sz="1100" dirty="0">
              <a:solidFill>
                <a:schemeClr val="tx1">
                  <a:lumMod val="95000"/>
                  <a:lumOff val="5000"/>
                </a:schemeClr>
              </a:solidFill>
            </a:endParaRPr>
          </a:p>
          <a:p>
            <a:pPr marL="171450" lvl="0" indent="-171450" eaLnBrk="0" fontAlgn="base" hangingPunct="0">
              <a:spcBef>
                <a:spcPct val="0"/>
              </a:spcBef>
              <a:spcAft>
                <a:spcPct val="0"/>
              </a:spcAft>
              <a:buFont typeface="Wingdings" panose="05000000000000000000" pitchFamily="2" charset="2"/>
              <a:buChar char="Ø"/>
            </a:pPr>
            <a:endParaRPr lang="en-US" altLang="en-US" sz="1100" b="1" dirty="0">
              <a:solidFill>
                <a:schemeClr val="tx1">
                  <a:lumMod val="95000"/>
                  <a:lumOff val="5000"/>
                </a:schemeClr>
              </a:solidFill>
            </a:endParaRPr>
          </a:p>
          <a:p>
            <a:pPr marL="171450" lvl="0" indent="-171450" eaLnBrk="0" fontAlgn="base" hangingPunct="0">
              <a:spcBef>
                <a:spcPct val="0"/>
              </a:spcBef>
              <a:spcAft>
                <a:spcPct val="0"/>
              </a:spcAft>
              <a:buFont typeface="Wingdings" panose="05000000000000000000" pitchFamily="2" charset="2"/>
              <a:buChar char="Ø"/>
            </a:pPr>
            <a:endParaRPr lang="en-US" altLang="en-US" sz="1100" b="1" dirty="0">
              <a:solidFill>
                <a:srgbClr val="7030A0"/>
              </a:solidFill>
            </a:endParaRPr>
          </a:p>
          <a:p>
            <a:pPr marL="171450" lvl="0" indent="-171450" eaLnBrk="0" fontAlgn="base" hangingPunct="0">
              <a:spcBef>
                <a:spcPct val="0"/>
              </a:spcBef>
              <a:spcAft>
                <a:spcPct val="0"/>
              </a:spcAft>
              <a:buFont typeface="Wingdings" panose="05000000000000000000" pitchFamily="2" charset="2"/>
              <a:buChar char="Ø"/>
            </a:pPr>
            <a:r>
              <a:rPr lang="en-US" altLang="en-US" sz="1100" b="1" dirty="0">
                <a:solidFill>
                  <a:srgbClr val="7030A0"/>
                </a:solidFill>
              </a:rPr>
              <a:t>POTF CSV Cleanup:</a:t>
            </a:r>
          </a:p>
          <a:p>
            <a:pPr lvl="0" eaLnBrk="0" fontAlgn="base" hangingPunct="0">
              <a:spcBef>
                <a:spcPct val="0"/>
              </a:spcBef>
              <a:spcAft>
                <a:spcPct val="0"/>
              </a:spcAft>
            </a:pPr>
            <a:endParaRPr lang="en-US" altLang="en-US" sz="1100" b="1" dirty="0">
              <a:solidFill>
                <a:srgbClr val="7030A0"/>
              </a:solidFill>
            </a:endParaRPr>
          </a:p>
          <a:p>
            <a:pPr marL="171450" lvl="0" indent="-171450" eaLnBrk="0" fontAlgn="base" hangingPunct="0">
              <a:spcBef>
                <a:spcPct val="0"/>
              </a:spcBef>
              <a:spcAft>
                <a:spcPct val="0"/>
              </a:spcAft>
              <a:buFont typeface="Wingdings" panose="05000000000000000000" pitchFamily="2" charset="2"/>
              <a:buChar char="Ø"/>
            </a:pPr>
            <a:endParaRPr lang="en-US" altLang="en-US" sz="1100" b="1" dirty="0">
              <a:solidFill>
                <a:srgbClr val="7030A0"/>
              </a:solidFill>
            </a:endParaRPr>
          </a:p>
          <a:p>
            <a:pPr marL="171450" lvl="0" indent="-171450" eaLnBrk="0" fontAlgn="base" hangingPunct="0">
              <a:spcBef>
                <a:spcPct val="0"/>
              </a:spcBef>
              <a:spcAft>
                <a:spcPct val="0"/>
              </a:spcAft>
              <a:buFont typeface="Wingdings" panose="05000000000000000000" pitchFamily="2" charset="2"/>
              <a:buChar char="Ø"/>
            </a:pPr>
            <a:endParaRPr lang="en-US" altLang="en-US" sz="1100" dirty="0">
              <a:solidFill>
                <a:schemeClr val="tx1">
                  <a:lumMod val="95000"/>
                  <a:lumOff val="5000"/>
                </a:schemeClr>
              </a:solidFill>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1" i="0" u="none" strike="noStrike" cap="none" normalizeH="0" baseline="0" dirty="0">
                <a:ln>
                  <a:noFill/>
                </a:ln>
                <a:solidFill>
                  <a:srgbClr val="7030A0"/>
                </a:solidFill>
                <a:effectLst/>
              </a:rPr>
              <a:t>Executed Daily DC Provider Report:</a:t>
            </a:r>
          </a:p>
          <a:p>
            <a:pPr marR="0" lvl="0" algn="l" defTabSz="914400" rtl="0" eaLnBrk="0" fontAlgn="base" latinLnBrk="0" hangingPunct="0">
              <a:lnSpc>
                <a:spcPct val="100000"/>
              </a:lnSpc>
              <a:spcBef>
                <a:spcPct val="0"/>
              </a:spcBef>
              <a:spcAft>
                <a:spcPct val="0"/>
              </a:spcAft>
              <a:buClrTx/>
              <a:buSzTx/>
              <a:tabLst/>
            </a:pPr>
            <a:br>
              <a:rPr kumimoji="0" lang="en-US" altLang="en-US" sz="1100" b="0" i="0" u="none" strike="noStrike" cap="none" normalizeH="0" baseline="0" dirty="0">
                <a:ln>
                  <a:noFill/>
                </a:ln>
                <a:solidFill>
                  <a:schemeClr val="tx1"/>
                </a:solidFill>
                <a:effectLst/>
              </a:rPr>
            </a:br>
            <a:endParaRPr kumimoji="0" lang="en-US" altLang="en-US" sz="11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1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1" i="0" u="none" strike="noStrike" cap="none" normalizeH="0" baseline="0" dirty="0">
                <a:ln>
                  <a:noFill/>
                </a:ln>
                <a:solidFill>
                  <a:srgbClr val="7030A0"/>
                </a:solidFill>
                <a:effectLst/>
              </a:rPr>
              <a:t>Managed CMT Reports and Conducted Standards Audits:</a:t>
            </a:r>
          </a:p>
          <a:p>
            <a:pPr marR="0" lvl="0" algn="l" defTabSz="914400" rtl="0" eaLnBrk="0" fontAlgn="base" latinLnBrk="0" hangingPunct="0">
              <a:lnSpc>
                <a:spcPct val="100000"/>
              </a:lnSpc>
              <a:spcBef>
                <a:spcPct val="0"/>
              </a:spcBef>
              <a:spcAft>
                <a:spcPct val="0"/>
              </a:spcAft>
              <a:buClrTx/>
              <a:buSzTx/>
              <a:tabLst/>
            </a:pPr>
            <a:br>
              <a:rPr kumimoji="0" lang="en-US" altLang="en-US" sz="1100" b="0" i="0" u="none" strike="noStrike" cap="none" normalizeH="0" baseline="0" dirty="0">
                <a:ln>
                  <a:noFill/>
                </a:ln>
                <a:solidFill>
                  <a:schemeClr val="tx1"/>
                </a:solidFill>
                <a:effectLst/>
              </a:rPr>
            </a:br>
            <a:endParaRPr lang="en-US" altLang="en-US" sz="1100" dirty="0"/>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1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1" i="0" u="none" strike="noStrike" cap="none" normalizeH="0" baseline="0" dirty="0">
                <a:ln>
                  <a:noFill/>
                </a:ln>
                <a:solidFill>
                  <a:srgbClr val="7030A0"/>
                </a:solidFill>
                <a:effectLst/>
              </a:rPr>
              <a:t>Resolved DC Migration SNOW Requests:</a:t>
            </a:r>
          </a:p>
          <a:p>
            <a:pPr marR="0" lvl="0" algn="l" defTabSz="914400" rtl="0" eaLnBrk="0" fontAlgn="base" latinLnBrk="0" hangingPunct="0">
              <a:lnSpc>
                <a:spcPct val="100000"/>
              </a:lnSpc>
              <a:spcBef>
                <a:spcPct val="0"/>
              </a:spcBef>
              <a:spcAft>
                <a:spcPct val="0"/>
              </a:spcAft>
              <a:buClrTx/>
              <a:buSzTx/>
              <a:tabLst/>
            </a:pPr>
            <a:br>
              <a:rPr kumimoji="0" lang="en-US" altLang="en-US" sz="1100" b="0" i="0" u="none" strike="noStrike" cap="none" normalizeH="0" baseline="0" dirty="0">
                <a:ln>
                  <a:noFill/>
                </a:ln>
                <a:solidFill>
                  <a:schemeClr val="tx1"/>
                </a:solidFill>
                <a:effectLst/>
              </a:rPr>
            </a:br>
            <a:endParaRPr kumimoji="0" lang="en-US" altLang="en-US" sz="11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100" b="0" i="0" u="none" strike="noStrike" cap="none" normalizeH="0" baseline="0" dirty="0">
              <a:ln>
                <a:noFill/>
              </a:ln>
              <a:solidFill>
                <a:schemeClr val="tx1"/>
              </a:solidFill>
              <a:effectLst/>
            </a:endParaRPr>
          </a:p>
          <a:p>
            <a:pPr marL="171450" marR="0" lvl="0" indent="-1714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100" b="1" i="0" u="none" strike="noStrike" cap="none" normalizeH="0" baseline="0" dirty="0">
                <a:ln>
                  <a:noFill/>
                </a:ln>
                <a:solidFill>
                  <a:srgbClr val="7030A0"/>
                </a:solidFill>
                <a:effectLst/>
              </a:rPr>
              <a:t>Performed Quality Assurance for EHR Sub CAB and Peer Review Meetings:</a:t>
            </a:r>
          </a:p>
          <a:p>
            <a:pPr marR="0" lvl="0" algn="l" defTabSz="914400" rtl="0" eaLnBrk="0" fontAlgn="base" latinLnBrk="0" hangingPunct="0">
              <a:lnSpc>
                <a:spcPct val="100000"/>
              </a:lnSpc>
              <a:spcBef>
                <a:spcPct val="0"/>
              </a:spcBef>
              <a:spcAft>
                <a:spcPct val="0"/>
              </a:spcAft>
              <a:buClrTx/>
              <a:buSzTx/>
              <a:tabLst/>
            </a:pPr>
            <a:br>
              <a:rPr kumimoji="0" lang="en-US" altLang="en-US" sz="1100" b="0" i="0" u="none" strike="noStrike" cap="none" normalizeH="0" baseline="0" dirty="0">
                <a:ln>
                  <a:noFill/>
                </a:ln>
                <a:solidFill>
                  <a:schemeClr val="tx1"/>
                </a:solidFill>
                <a:effectLst/>
              </a:rPr>
            </a:br>
            <a:endParaRPr kumimoji="0" lang="en-US" altLang="en-US" sz="900" b="0" i="0" u="none" strike="noStrike" cap="none" normalizeH="0" baseline="0" dirty="0">
              <a:ln>
                <a:noFill/>
              </a:ln>
              <a:solidFill>
                <a:schemeClr val="tx1"/>
              </a:solidFill>
              <a:effectLst/>
            </a:endParaRPr>
          </a:p>
        </p:txBody>
      </p:sp>
      <p:graphicFrame>
        <p:nvGraphicFramePr>
          <p:cNvPr id="5" name="Chart 4">
            <a:extLst>
              <a:ext uri="{FF2B5EF4-FFF2-40B4-BE49-F238E27FC236}">
                <a16:creationId xmlns:a16="http://schemas.microsoft.com/office/drawing/2014/main" id="{A6369DBF-4648-E58C-348E-3CF53F2AD2A7}"/>
              </a:ext>
            </a:extLst>
          </p:cNvPr>
          <p:cNvGraphicFramePr>
            <a:graphicFrameLocks/>
          </p:cNvGraphicFramePr>
          <p:nvPr>
            <p:extLst>
              <p:ext uri="{D42A27DB-BD31-4B8C-83A1-F6EECF244321}">
                <p14:modId xmlns:p14="http://schemas.microsoft.com/office/powerpoint/2010/main" val="3422252668"/>
              </p:ext>
            </p:extLst>
          </p:nvPr>
        </p:nvGraphicFramePr>
        <p:xfrm>
          <a:off x="7170265" y="954933"/>
          <a:ext cx="4530601" cy="345364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092634424"/>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ajeOR88Ncyr1_albzh0Mb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16_9_Onscreen_US.potx [Read-Only]" id="{747678D8-1E3A-4E91-B049-69D7C2820B25}" vid="{DC5301C9-FEEC-481D-B604-AC964BC0CB3B}"/>
    </a:ext>
  </a:extLst>
</a:theme>
</file>

<file path=ppt/theme/theme2.xml><?xml version="1.0" encoding="utf-8"?>
<a:theme xmlns:a="http://schemas.openxmlformats.org/drawingml/2006/main" name="20_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Custom 1">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a:spcBef>
            <a:spcPts val="200"/>
          </a:spcBef>
          <a:buSzPct val="100000"/>
          <a:defRPr sz="1200" dirty="0" smtClean="0"/>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5" id="{21219445-7334-4AA3-9246-0115222D80DA}" vid="{F469ED6C-1D06-4A16-8A79-F12014AA15C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c8cfcba-b016-4e30-8556-6f1cb7c975af" xsi:nil="true"/>
    <lcf76f155ced4ddcb4097134ff3c332f xmlns="21eabdcc-72ab-4064-9f46-5100b1dc17a4">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E5E5BA06A902547B72725678B9AC8F3" ma:contentTypeVersion="16" ma:contentTypeDescription="Create a new document." ma:contentTypeScope="" ma:versionID="271747c30a1d0c6f35a5932e18e305f5">
  <xsd:schema xmlns:xsd="http://www.w3.org/2001/XMLSchema" xmlns:xs="http://www.w3.org/2001/XMLSchema" xmlns:p="http://schemas.microsoft.com/office/2006/metadata/properties" xmlns:ns2="21eabdcc-72ab-4064-9f46-5100b1dc17a4" xmlns:ns3="0c8cfcba-b016-4e30-8556-6f1cb7c975af" targetNamespace="http://schemas.microsoft.com/office/2006/metadata/properties" ma:root="true" ma:fieldsID="0af4f099e4a2bd447a847ed71e35eb91" ns2:_="" ns3:_="">
    <xsd:import namespace="21eabdcc-72ab-4064-9f46-5100b1dc17a4"/>
    <xsd:import namespace="0c8cfcba-b016-4e30-8556-6f1cb7c975af"/>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eabdcc-72ab-4064-9f46-5100b1dc17a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hidden="true" ma:indexed="true" ma:internalName="MediaServiceDateTaken"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internalName="MediaServiceOCR" ma:readOnly="true">
      <xsd:simpleType>
        <xsd:restriction base="dms:Note">
          <xsd:maxLength value="255"/>
        </xsd:restriction>
      </xsd:simple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8cfcba-b016-4e30-8556-6f1cb7c975a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8" nillable="true" ma:displayName="Taxonomy Catch All Column" ma:hidden="true" ma:list="{21b69687-e3b3-42f9-8e99-a69d61ab0aa7}" ma:internalName="TaxCatchAll" ma:showField="CatchAllData" ma:web="0c8cfcba-b016-4e30-8556-6f1cb7c975a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E8A0BB-7044-4534-9E44-EFAAA614ED75}">
  <ds:schemaRefs>
    <ds:schemaRef ds:uri="http://schemas.microsoft.com/office/2006/documentManagement/types"/>
    <ds:schemaRef ds:uri="http://www.w3.org/XML/1998/namespace"/>
    <ds:schemaRef ds:uri="http://schemas.openxmlformats.org/package/2006/metadata/core-properties"/>
    <ds:schemaRef ds:uri="http://purl.org/dc/dcmitype/"/>
    <ds:schemaRef ds:uri="21eabdcc-72ab-4064-9f46-5100b1dc17a4"/>
    <ds:schemaRef ds:uri="http://purl.org/dc/elements/1.1/"/>
    <ds:schemaRef ds:uri="http://purl.org/dc/terms/"/>
    <ds:schemaRef ds:uri="http://schemas.microsoft.com/office/infopath/2007/PartnerControls"/>
    <ds:schemaRef ds:uri="0c8cfcba-b016-4e30-8556-6f1cb7c975af"/>
    <ds:schemaRef ds:uri="http://schemas.microsoft.com/office/2006/metadata/properties"/>
  </ds:schemaRefs>
</ds:datastoreItem>
</file>

<file path=customXml/itemProps2.xml><?xml version="1.0" encoding="utf-8"?>
<ds:datastoreItem xmlns:ds="http://schemas.openxmlformats.org/officeDocument/2006/customXml" ds:itemID="{E8C39DEB-7D96-4268-B1F4-1857DBA27629}">
  <ds:schemaRefs>
    <ds:schemaRef ds:uri="0c8cfcba-b016-4e30-8556-6f1cb7c975af"/>
    <ds:schemaRef ds:uri="21eabdcc-72ab-4064-9f46-5100b1dc17a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9984B02-F078-4783-BA3F-F91805D027CB}">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13</TotalTime>
  <Words>233</Words>
  <Application>Microsoft Office PowerPoint</Application>
  <PresentationFormat>Widescreen</PresentationFormat>
  <Paragraphs>120</Paragraphs>
  <Slides>5</Slides>
  <Notes>3</Notes>
  <HiddenSlides>0</HiddenSlides>
  <MMClips>0</MMClips>
  <ScaleCrop>false</ScaleCrop>
  <HeadingPairs>
    <vt:vector size="8" baseType="variant">
      <vt:variant>
        <vt:lpstr>Fonts Used</vt:lpstr>
      </vt:variant>
      <vt:variant>
        <vt:i4>13</vt:i4>
      </vt:variant>
      <vt:variant>
        <vt:lpstr>Theme</vt:lpstr>
      </vt:variant>
      <vt:variant>
        <vt:i4>2</vt:i4>
      </vt:variant>
      <vt:variant>
        <vt:lpstr>Embedded OLE Servers</vt:lpstr>
      </vt:variant>
      <vt:variant>
        <vt:i4>1</vt:i4>
      </vt:variant>
      <vt:variant>
        <vt:lpstr>Slide Titles</vt:lpstr>
      </vt:variant>
      <vt:variant>
        <vt:i4>5</vt:i4>
      </vt:variant>
    </vt:vector>
  </HeadingPairs>
  <TitlesOfParts>
    <vt:vector size="21" baseType="lpstr">
      <vt:lpstr>Arial</vt:lpstr>
      <vt:lpstr>Calibri</vt:lpstr>
      <vt:lpstr>Calibri Light</vt:lpstr>
      <vt:lpstr>Garamond</vt:lpstr>
      <vt:lpstr>Nexa Black</vt:lpstr>
      <vt:lpstr>Open Sans</vt:lpstr>
      <vt:lpstr>Open Sans Extrabold</vt:lpstr>
      <vt:lpstr>Open Sans Light</vt:lpstr>
      <vt:lpstr>Open Sans Semibold</vt:lpstr>
      <vt:lpstr>Verdana</vt:lpstr>
      <vt:lpstr>Wingdings</vt:lpstr>
      <vt:lpstr>Wingdings 2</vt:lpstr>
      <vt:lpstr>Wingdings,Sans-Serif</vt:lpstr>
      <vt:lpstr>Deloitte_US_Onscreen</vt:lpstr>
      <vt:lpstr>20_Deloitte_US_Onscreen</vt:lpstr>
      <vt:lpstr>think-cell Slide</vt:lpstr>
      <vt:lpstr>PowerPoint Presentation</vt:lpstr>
      <vt:lpstr>Test Automation</vt:lpstr>
      <vt:lpstr>Service Now</vt:lpstr>
      <vt:lpstr>Quality Assurance</vt:lpstr>
      <vt:lpstr>EC-DC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Malpani, Harshit</dc:creator>
  <cp:lastModifiedBy>Kumar, Akshaya</cp:lastModifiedBy>
  <cp:revision>11</cp:revision>
  <dcterms:created xsi:type="dcterms:W3CDTF">2025-02-03T09:17:33Z</dcterms:created>
  <dcterms:modified xsi:type="dcterms:W3CDTF">2026-07-09T09:43:51Z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2025-02-03T09:28:26Z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3f168778-721b-41b4-a10d-441be222052b</vt:lpwstr>
  </property>
  <property fmtid="{D5CDD505-2E9C-101B-9397-08002B2CF9AE}" pid="8" name="MSIP_Label_ea60d57e-af5b-4752-ac57-3e4f28ca11dc_ContentBits">
    <vt:lpwstr>0</vt:lpwstr>
  </property>
  <property fmtid="{D5CDD505-2E9C-101B-9397-08002B2CF9AE}" pid="9" name="ContentTypeId">
    <vt:lpwstr>0x010100BE5E5BA06A902547B72725678B9AC8F3</vt:lpwstr>
  </property>
  <property fmtid="{D5CDD505-2E9C-101B-9397-08002B2CF9AE}" pid="10" name="MediaServiceImageTags">
    <vt:lpwstr/>
  </property>
</Properties>
</file>